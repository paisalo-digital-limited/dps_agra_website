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10"/>
  </p:notesMasterIdLst>
  <p:sldIdLst>
    <p:sldId id="256" r:id="rId2"/>
    <p:sldId id="264" r:id="rId3"/>
    <p:sldId id="265" r:id="rId4"/>
    <p:sldId id="274" r:id="rId5"/>
    <p:sldId id="275" r:id="rId6"/>
    <p:sldId id="276" r:id="rId7"/>
    <p:sldId id="277" r:id="rId8"/>
    <p:sldId id="278" r:id="rId9"/>
  </p:sldIdLst>
  <p:sldSz cx="8137525" cy="5668963"/>
  <p:notesSz cx="6815138" cy="9947275"/>
  <p:defaultTextStyle>
    <a:defPPr>
      <a:defRPr lang="en-US"/>
    </a:defPPr>
    <a:lvl1pPr marL="0" algn="l" defTabSz="78866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94332" algn="l" defTabSz="78866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788663" algn="l" defTabSz="78866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182996" algn="l" defTabSz="78866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577327" algn="l" defTabSz="78866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1971659" algn="l" defTabSz="78866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365991" algn="l" defTabSz="78866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760323" algn="l" defTabSz="78866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154654" algn="l" defTabSz="78866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786">
          <p15:clr>
            <a:srgbClr val="A4A3A4"/>
          </p15:clr>
        </p15:guide>
        <p15:guide id="2" pos="256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D4FB8F"/>
    <a:srgbClr val="FFCC00"/>
    <a:srgbClr val="66681E"/>
    <a:srgbClr val="525000"/>
    <a:srgbClr val="A39F03"/>
    <a:srgbClr val="AACC00"/>
    <a:srgbClr val="CCB400"/>
    <a:srgbClr val="9EB800"/>
    <a:srgbClr val="F6F4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06" autoAdjust="0"/>
    <p:restoredTop sz="91470" autoAdjust="0"/>
  </p:normalViewPr>
  <p:slideViewPr>
    <p:cSldViewPr>
      <p:cViewPr varScale="1">
        <p:scale>
          <a:sx n="81" d="100"/>
          <a:sy n="81" d="100"/>
        </p:scale>
        <p:origin x="-1554" y="-90"/>
      </p:cViewPr>
      <p:guideLst>
        <p:guide orient="horz" pos="1786"/>
        <p:guide pos="25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3844" cy="4977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9752" y="0"/>
            <a:ext cx="2953844" cy="4977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66AFCE-CD61-47A0-9AA1-D0B5BA0FE04F}" type="datetimeFigureOut">
              <a:rPr lang="en-US" smtClean="0"/>
              <a:t>30-Jul-21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0250" y="746125"/>
            <a:ext cx="5354638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2132" y="4725636"/>
            <a:ext cx="5450875" cy="447593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7874"/>
            <a:ext cx="2953844" cy="4977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9752" y="9447874"/>
            <a:ext cx="2953844" cy="4977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F047C-B217-4370-8C39-087A01801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287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AF047C-B217-4370-8C39-087A01801F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71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0315" y="1761056"/>
            <a:ext cx="6916896" cy="121515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0629" y="3212412"/>
            <a:ext cx="5696268" cy="144873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8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82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77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71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65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59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54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30-Jul-21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096172"/>
      </p:ext>
    </p:extLst>
  </p:cSld>
  <p:clrMapOvr>
    <a:masterClrMapping/>
  </p:clrMapOvr>
  <p:transition spd="slow" advClick="0" advTm="1500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30-Jul-21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282364"/>
      </p:ext>
    </p:extLst>
  </p:cSld>
  <p:clrMapOvr>
    <a:masterClrMapping/>
  </p:clrMapOvr>
  <p:transition spd="slow" advClick="0" advTm="1500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809" y="3642837"/>
            <a:ext cx="6916896" cy="1125919"/>
          </a:xfrm>
        </p:spPr>
        <p:txBody>
          <a:bodyPr anchor="t"/>
          <a:lstStyle>
            <a:lvl1pPr algn="l">
              <a:defRPr sz="3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809" y="2402752"/>
            <a:ext cx="6916896" cy="1240085"/>
          </a:xfrm>
        </p:spPr>
        <p:txBody>
          <a:bodyPr anchor="b"/>
          <a:lstStyle>
            <a:lvl1pPr marL="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1pPr>
            <a:lvl2pPr marL="3942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78854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182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7708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7135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3656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75990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1541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30-Jul-21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731294"/>
      </p:ext>
    </p:extLst>
  </p:cSld>
  <p:clrMapOvr>
    <a:masterClrMapping/>
  </p:clrMapOvr>
  <p:transition spd="slow" advClick="0" advTm="15000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1668" y="1093114"/>
            <a:ext cx="3191436" cy="309299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8729" y="1093114"/>
            <a:ext cx="3191435" cy="309299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30-Jul-21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744020"/>
      </p:ext>
    </p:extLst>
  </p:cSld>
  <p:clrMapOvr>
    <a:masterClrMapping/>
  </p:clrMapOvr>
  <p:transition spd="slow" advClick="0" advTm="15000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879" y="227021"/>
            <a:ext cx="7323773" cy="9448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6876" y="1268956"/>
            <a:ext cx="3595487" cy="528840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4273" indent="0">
              <a:buNone/>
              <a:defRPr sz="1700" b="1"/>
            </a:lvl2pPr>
            <a:lvl3pPr marL="788544" indent="0">
              <a:buNone/>
              <a:defRPr sz="1600" b="1"/>
            </a:lvl3pPr>
            <a:lvl4pPr marL="1182815" indent="0">
              <a:buNone/>
              <a:defRPr sz="1400" b="1"/>
            </a:lvl4pPr>
            <a:lvl5pPr marL="1577088" indent="0">
              <a:buNone/>
              <a:defRPr sz="1400" b="1"/>
            </a:lvl5pPr>
            <a:lvl6pPr marL="1971358" indent="0">
              <a:buNone/>
              <a:defRPr sz="1400" b="1"/>
            </a:lvl6pPr>
            <a:lvl7pPr marL="2365632" indent="0">
              <a:buNone/>
              <a:defRPr sz="1400" b="1"/>
            </a:lvl7pPr>
            <a:lvl8pPr marL="2759902" indent="0">
              <a:buNone/>
              <a:defRPr sz="1400" b="1"/>
            </a:lvl8pPr>
            <a:lvl9pPr marL="3154175" indent="0">
              <a:buNone/>
              <a:defRPr sz="1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876" y="1797799"/>
            <a:ext cx="3595487" cy="3266215"/>
          </a:xfrm>
        </p:spPr>
        <p:txBody>
          <a:bodyPr/>
          <a:lstStyle>
            <a:lvl1pPr>
              <a:defRPr sz="2100"/>
            </a:lvl1pPr>
            <a:lvl2pPr>
              <a:defRPr sz="17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33753" y="1268956"/>
            <a:ext cx="3596899" cy="528840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4273" indent="0">
              <a:buNone/>
              <a:defRPr sz="1700" b="1"/>
            </a:lvl2pPr>
            <a:lvl3pPr marL="788544" indent="0">
              <a:buNone/>
              <a:defRPr sz="1600" b="1"/>
            </a:lvl3pPr>
            <a:lvl4pPr marL="1182815" indent="0">
              <a:buNone/>
              <a:defRPr sz="1400" b="1"/>
            </a:lvl4pPr>
            <a:lvl5pPr marL="1577088" indent="0">
              <a:buNone/>
              <a:defRPr sz="1400" b="1"/>
            </a:lvl5pPr>
            <a:lvl6pPr marL="1971358" indent="0">
              <a:buNone/>
              <a:defRPr sz="1400" b="1"/>
            </a:lvl6pPr>
            <a:lvl7pPr marL="2365632" indent="0">
              <a:buNone/>
              <a:defRPr sz="1400" b="1"/>
            </a:lvl7pPr>
            <a:lvl8pPr marL="2759902" indent="0">
              <a:buNone/>
              <a:defRPr sz="1400" b="1"/>
            </a:lvl8pPr>
            <a:lvl9pPr marL="3154175" indent="0">
              <a:buNone/>
              <a:defRPr sz="1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33753" y="1797799"/>
            <a:ext cx="3596899" cy="3266215"/>
          </a:xfrm>
        </p:spPr>
        <p:txBody>
          <a:bodyPr/>
          <a:lstStyle>
            <a:lvl1pPr>
              <a:defRPr sz="2100"/>
            </a:lvl1pPr>
            <a:lvl2pPr>
              <a:defRPr sz="17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30-Jul-21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83622"/>
      </p:ext>
    </p:extLst>
  </p:cSld>
  <p:clrMapOvr>
    <a:masterClrMapping/>
  </p:clrMapOvr>
  <p:transition spd="slow" advClick="0" advTm="15000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30-Jul-21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37300"/>
      </p:ext>
    </p:extLst>
  </p:cSld>
  <p:clrMapOvr>
    <a:masterClrMapping/>
  </p:clrMapOvr>
  <p:transition spd="slow" advClick="0" advTm="15000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30-Jul-21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48979"/>
      </p:ext>
    </p:extLst>
  </p:cSld>
  <p:clrMapOvr>
    <a:masterClrMapping/>
  </p:clrMapOvr>
  <p:transition spd="slow" advClick="0" advTm="15000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877" y="225709"/>
            <a:ext cx="2677190" cy="960574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1549" y="225712"/>
            <a:ext cx="4549103" cy="48383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877" y="1186283"/>
            <a:ext cx="2677190" cy="3877729"/>
          </a:xfrm>
        </p:spPr>
        <p:txBody>
          <a:bodyPr/>
          <a:lstStyle>
            <a:lvl1pPr marL="0" indent="0">
              <a:buNone/>
              <a:defRPr sz="1200"/>
            </a:lvl1pPr>
            <a:lvl2pPr marL="394273" indent="0">
              <a:buNone/>
              <a:defRPr sz="1000"/>
            </a:lvl2pPr>
            <a:lvl3pPr marL="788544" indent="0">
              <a:buNone/>
              <a:defRPr sz="900"/>
            </a:lvl3pPr>
            <a:lvl4pPr marL="1182815" indent="0">
              <a:buNone/>
              <a:defRPr sz="800"/>
            </a:lvl4pPr>
            <a:lvl5pPr marL="1577088" indent="0">
              <a:buNone/>
              <a:defRPr sz="800"/>
            </a:lvl5pPr>
            <a:lvl6pPr marL="1971358" indent="0">
              <a:buNone/>
              <a:defRPr sz="800"/>
            </a:lvl6pPr>
            <a:lvl7pPr marL="2365632" indent="0">
              <a:buNone/>
              <a:defRPr sz="800"/>
            </a:lvl7pPr>
            <a:lvl8pPr marL="2759902" indent="0">
              <a:buNone/>
              <a:defRPr sz="800"/>
            </a:lvl8pPr>
            <a:lvl9pPr marL="3154175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30-Jul-21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804448"/>
      </p:ext>
    </p:extLst>
  </p:cSld>
  <p:clrMapOvr>
    <a:masterClrMapping/>
  </p:clrMapOvr>
  <p:transition spd="slow" advClick="0" advTm="15000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5015" y="3968274"/>
            <a:ext cx="4882515" cy="468477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95015" y="506532"/>
            <a:ext cx="4882515" cy="3401378"/>
          </a:xfrm>
        </p:spPr>
        <p:txBody>
          <a:bodyPr/>
          <a:lstStyle>
            <a:lvl1pPr marL="0" indent="0">
              <a:buNone/>
              <a:defRPr sz="2800"/>
            </a:lvl1pPr>
            <a:lvl2pPr marL="394273" indent="0">
              <a:buNone/>
              <a:defRPr sz="2400"/>
            </a:lvl2pPr>
            <a:lvl3pPr marL="788544" indent="0">
              <a:buNone/>
              <a:defRPr sz="2100"/>
            </a:lvl3pPr>
            <a:lvl4pPr marL="1182815" indent="0">
              <a:buNone/>
              <a:defRPr sz="1700"/>
            </a:lvl4pPr>
            <a:lvl5pPr marL="1577088" indent="0">
              <a:buNone/>
              <a:defRPr sz="1700"/>
            </a:lvl5pPr>
            <a:lvl6pPr marL="1971358" indent="0">
              <a:buNone/>
              <a:defRPr sz="1700"/>
            </a:lvl6pPr>
            <a:lvl7pPr marL="2365632" indent="0">
              <a:buNone/>
              <a:defRPr sz="1700"/>
            </a:lvl7pPr>
            <a:lvl8pPr marL="2759902" indent="0">
              <a:buNone/>
              <a:defRPr sz="1700"/>
            </a:lvl8pPr>
            <a:lvl9pPr marL="3154175" indent="0">
              <a:buNone/>
              <a:defRPr sz="1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95015" y="4436752"/>
            <a:ext cx="4882515" cy="665315"/>
          </a:xfrm>
        </p:spPr>
        <p:txBody>
          <a:bodyPr/>
          <a:lstStyle>
            <a:lvl1pPr marL="0" indent="0">
              <a:buNone/>
              <a:defRPr sz="1200"/>
            </a:lvl1pPr>
            <a:lvl2pPr marL="394273" indent="0">
              <a:buNone/>
              <a:defRPr sz="1000"/>
            </a:lvl2pPr>
            <a:lvl3pPr marL="788544" indent="0">
              <a:buNone/>
              <a:defRPr sz="900"/>
            </a:lvl3pPr>
            <a:lvl4pPr marL="1182815" indent="0">
              <a:buNone/>
              <a:defRPr sz="800"/>
            </a:lvl4pPr>
            <a:lvl5pPr marL="1577088" indent="0">
              <a:buNone/>
              <a:defRPr sz="800"/>
            </a:lvl5pPr>
            <a:lvl6pPr marL="1971358" indent="0">
              <a:buNone/>
              <a:defRPr sz="800"/>
            </a:lvl6pPr>
            <a:lvl7pPr marL="2365632" indent="0">
              <a:buNone/>
              <a:defRPr sz="800"/>
            </a:lvl7pPr>
            <a:lvl8pPr marL="2759902" indent="0">
              <a:buNone/>
              <a:defRPr sz="800"/>
            </a:lvl8pPr>
            <a:lvl9pPr marL="3154175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30-Jul-21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889466"/>
      </p:ext>
    </p:extLst>
  </p:cSld>
  <p:clrMapOvr>
    <a:masterClrMapping/>
  </p:clrMapOvr>
  <p:transition spd="slow" advClick="0" advTm="15000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30-Jul-21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60576"/>
      </p:ext>
    </p:extLst>
  </p:cSld>
  <p:clrMapOvr>
    <a:masterClrMapping/>
  </p:clrMapOvr>
  <p:transition spd="slow" advClick="0" advTm="15000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51251" y="187653"/>
            <a:ext cx="1628917" cy="399845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1668" y="187653"/>
            <a:ext cx="4753954" cy="399845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30-Jul-21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57780"/>
      </p:ext>
    </p:extLst>
  </p:cSld>
  <p:clrMapOvr>
    <a:masterClrMapping/>
  </p:clrMapOvr>
  <p:transition spd="slow" advClick="0" advTm="15000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879" y="227021"/>
            <a:ext cx="7323773" cy="944827"/>
          </a:xfrm>
          <a:prstGeom prst="rect">
            <a:avLst/>
          </a:prstGeom>
        </p:spPr>
        <p:txBody>
          <a:bodyPr vert="horz" lIns="78855" tIns="39426" rIns="78855" bIns="39426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6879" y="1322758"/>
            <a:ext cx="7323773" cy="3741254"/>
          </a:xfrm>
          <a:prstGeom prst="rect">
            <a:avLst/>
          </a:prstGeom>
        </p:spPr>
        <p:txBody>
          <a:bodyPr vert="horz" lIns="78855" tIns="39426" rIns="78855" bIns="3942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6876" y="5254289"/>
            <a:ext cx="1898756" cy="301820"/>
          </a:xfrm>
          <a:prstGeom prst="rect">
            <a:avLst/>
          </a:prstGeom>
        </p:spPr>
        <p:txBody>
          <a:bodyPr vert="horz" lIns="78855" tIns="39426" rIns="78855" bIns="39426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30-Jul-21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0324" y="5254289"/>
            <a:ext cx="2576883" cy="301820"/>
          </a:xfrm>
          <a:prstGeom prst="rect">
            <a:avLst/>
          </a:prstGeom>
        </p:spPr>
        <p:txBody>
          <a:bodyPr vert="horz" lIns="78855" tIns="39426" rIns="78855" bIns="39426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31893" y="5254289"/>
            <a:ext cx="1898756" cy="301820"/>
          </a:xfrm>
          <a:prstGeom prst="rect">
            <a:avLst/>
          </a:prstGeom>
        </p:spPr>
        <p:txBody>
          <a:bodyPr vert="horz" lIns="78855" tIns="39426" rIns="78855" bIns="39426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57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ransition spd="slow" advClick="0" advTm="15000">
    <p:fade/>
  </p:transition>
  <p:txStyles>
    <p:titleStyle>
      <a:lvl1pPr algn="ctr" defTabSz="788544" rtl="0" eaLnBrk="1" latinLnBrk="0" hangingPunct="1"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5703" indent="-295703" algn="l" defTabSz="788544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692" indent="-246421" algn="l" defTabSz="788544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85679" indent="-197136" algn="l" defTabSz="788544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9952" indent="-197136" algn="l" defTabSz="788544" rtl="0" eaLnBrk="1" latinLnBrk="0" hangingPunct="1">
        <a:spcBef>
          <a:spcPct val="20000"/>
        </a:spcBef>
        <a:buFont typeface="Arial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74223" indent="-197136" algn="l" defTabSz="788544" rtl="0" eaLnBrk="1" latinLnBrk="0" hangingPunct="1">
        <a:spcBef>
          <a:spcPct val="20000"/>
        </a:spcBef>
        <a:buFont typeface="Arial" pitchFamily="34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96" indent="-197136" algn="l" defTabSz="788544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62767" indent="-197136" algn="l" defTabSz="788544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57037" indent="-197136" algn="l" defTabSz="788544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51310" indent="-197136" algn="l" defTabSz="788544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854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4273" algn="l" defTabSz="78854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88544" algn="l" defTabSz="78854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182815" algn="l" defTabSz="78854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77088" algn="l" defTabSz="78854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71358" algn="l" defTabSz="78854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65632" algn="l" defTabSz="78854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59902" algn="l" defTabSz="78854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54175" algn="l" defTabSz="78854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microsoft.com/office/2007/relationships/hdphoto" Target="../media/hdphoto1.wdp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6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12.jpeg"/><Relationship Id="rId4" Type="http://schemas.openxmlformats.org/officeDocument/2006/relationships/image" Target="../media/image7.jpeg"/><Relationship Id="rId9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image" Target="../media/image20.jpeg"/><Relationship Id="rId18" Type="http://schemas.openxmlformats.org/officeDocument/2006/relationships/image" Target="../media/image24.jpeg"/><Relationship Id="rId26" Type="http://schemas.openxmlformats.org/officeDocument/2006/relationships/image" Target="../media/image32.jpeg"/><Relationship Id="rId3" Type="http://schemas.openxmlformats.org/officeDocument/2006/relationships/image" Target="../media/image2.png"/><Relationship Id="rId21" Type="http://schemas.openxmlformats.org/officeDocument/2006/relationships/image" Target="../media/image27.jpeg"/><Relationship Id="rId7" Type="http://schemas.openxmlformats.org/officeDocument/2006/relationships/image" Target="../media/image12.jpeg"/><Relationship Id="rId12" Type="http://schemas.openxmlformats.org/officeDocument/2006/relationships/image" Target="../media/image11.jpeg"/><Relationship Id="rId17" Type="http://schemas.openxmlformats.org/officeDocument/2006/relationships/image" Target="../media/image23.jpeg"/><Relationship Id="rId25" Type="http://schemas.openxmlformats.org/officeDocument/2006/relationships/image" Target="../media/image31.jpeg"/><Relationship Id="rId2" Type="http://schemas.openxmlformats.org/officeDocument/2006/relationships/image" Target="../media/image13.jpg"/><Relationship Id="rId16" Type="http://schemas.openxmlformats.org/officeDocument/2006/relationships/image" Target="../media/image22.jpeg"/><Relationship Id="rId20" Type="http://schemas.openxmlformats.org/officeDocument/2006/relationships/image" Target="../media/image26.jpeg"/><Relationship Id="rId29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11" Type="http://schemas.openxmlformats.org/officeDocument/2006/relationships/image" Target="../media/image19.jpeg"/><Relationship Id="rId24" Type="http://schemas.openxmlformats.org/officeDocument/2006/relationships/image" Target="../media/image30.jpeg"/><Relationship Id="rId5" Type="http://schemas.openxmlformats.org/officeDocument/2006/relationships/image" Target="../media/image14.jpeg"/><Relationship Id="rId15" Type="http://schemas.openxmlformats.org/officeDocument/2006/relationships/image" Target="../media/image21.jpeg"/><Relationship Id="rId23" Type="http://schemas.openxmlformats.org/officeDocument/2006/relationships/image" Target="../media/image29.jpeg"/><Relationship Id="rId28" Type="http://schemas.openxmlformats.org/officeDocument/2006/relationships/image" Target="../media/image34.jpeg"/><Relationship Id="rId10" Type="http://schemas.openxmlformats.org/officeDocument/2006/relationships/image" Target="../media/image18.jpeg"/><Relationship Id="rId19" Type="http://schemas.openxmlformats.org/officeDocument/2006/relationships/image" Target="../media/image25.jpeg"/><Relationship Id="rId31" Type="http://schemas.openxmlformats.org/officeDocument/2006/relationships/image" Target="../media/image37.jpeg"/><Relationship Id="rId4" Type="http://schemas.openxmlformats.org/officeDocument/2006/relationships/image" Target="../media/image8.png"/><Relationship Id="rId9" Type="http://schemas.openxmlformats.org/officeDocument/2006/relationships/image" Target="../media/image17.jpeg"/><Relationship Id="rId14" Type="http://schemas.openxmlformats.org/officeDocument/2006/relationships/image" Target="../media/image10.jpeg"/><Relationship Id="rId22" Type="http://schemas.openxmlformats.org/officeDocument/2006/relationships/image" Target="../media/image28.jpeg"/><Relationship Id="rId27" Type="http://schemas.openxmlformats.org/officeDocument/2006/relationships/image" Target="../media/image33.jpeg"/><Relationship Id="rId30" Type="http://schemas.openxmlformats.org/officeDocument/2006/relationships/image" Target="../media/image3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13" Type="http://schemas.openxmlformats.org/officeDocument/2006/relationships/image" Target="../media/image46.jpeg"/><Relationship Id="rId18" Type="http://schemas.openxmlformats.org/officeDocument/2006/relationships/image" Target="../media/image51.jpeg"/><Relationship Id="rId26" Type="http://schemas.openxmlformats.org/officeDocument/2006/relationships/image" Target="../media/image59.jpeg"/><Relationship Id="rId3" Type="http://schemas.openxmlformats.org/officeDocument/2006/relationships/image" Target="../media/image2.png"/><Relationship Id="rId21" Type="http://schemas.openxmlformats.org/officeDocument/2006/relationships/image" Target="../media/image54.jpeg"/><Relationship Id="rId7" Type="http://schemas.openxmlformats.org/officeDocument/2006/relationships/image" Target="../media/image40.jpeg"/><Relationship Id="rId12" Type="http://schemas.openxmlformats.org/officeDocument/2006/relationships/image" Target="../media/image45.jpeg"/><Relationship Id="rId17" Type="http://schemas.openxmlformats.org/officeDocument/2006/relationships/image" Target="../media/image50.jpeg"/><Relationship Id="rId25" Type="http://schemas.openxmlformats.org/officeDocument/2006/relationships/image" Target="../media/image58.jpeg"/><Relationship Id="rId2" Type="http://schemas.openxmlformats.org/officeDocument/2006/relationships/image" Target="../media/image13.jpg"/><Relationship Id="rId16" Type="http://schemas.openxmlformats.org/officeDocument/2006/relationships/image" Target="../media/image49.jpeg"/><Relationship Id="rId20" Type="http://schemas.openxmlformats.org/officeDocument/2006/relationships/image" Target="../media/image53.jpeg"/><Relationship Id="rId29" Type="http://schemas.openxmlformats.org/officeDocument/2006/relationships/image" Target="../media/image6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jpeg"/><Relationship Id="rId11" Type="http://schemas.openxmlformats.org/officeDocument/2006/relationships/image" Target="../media/image44.jpeg"/><Relationship Id="rId24" Type="http://schemas.openxmlformats.org/officeDocument/2006/relationships/image" Target="../media/image57.jpeg"/><Relationship Id="rId5" Type="http://schemas.openxmlformats.org/officeDocument/2006/relationships/image" Target="../media/image38.jpeg"/><Relationship Id="rId15" Type="http://schemas.openxmlformats.org/officeDocument/2006/relationships/image" Target="../media/image48.jpeg"/><Relationship Id="rId23" Type="http://schemas.openxmlformats.org/officeDocument/2006/relationships/image" Target="../media/image56.jpeg"/><Relationship Id="rId28" Type="http://schemas.openxmlformats.org/officeDocument/2006/relationships/image" Target="../media/image61.jpeg"/><Relationship Id="rId10" Type="http://schemas.openxmlformats.org/officeDocument/2006/relationships/image" Target="../media/image43.jpeg"/><Relationship Id="rId19" Type="http://schemas.openxmlformats.org/officeDocument/2006/relationships/image" Target="../media/image52.jpeg"/><Relationship Id="rId31" Type="http://schemas.openxmlformats.org/officeDocument/2006/relationships/image" Target="../media/image64.jpeg"/><Relationship Id="rId4" Type="http://schemas.openxmlformats.org/officeDocument/2006/relationships/image" Target="../media/image8.png"/><Relationship Id="rId9" Type="http://schemas.openxmlformats.org/officeDocument/2006/relationships/image" Target="../media/image42.jpeg"/><Relationship Id="rId14" Type="http://schemas.openxmlformats.org/officeDocument/2006/relationships/image" Target="../media/image47.jpeg"/><Relationship Id="rId22" Type="http://schemas.openxmlformats.org/officeDocument/2006/relationships/image" Target="../media/image55.jpeg"/><Relationship Id="rId27" Type="http://schemas.openxmlformats.org/officeDocument/2006/relationships/image" Target="../media/image60.jpeg"/><Relationship Id="rId30" Type="http://schemas.openxmlformats.org/officeDocument/2006/relationships/image" Target="../media/image6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eg"/><Relationship Id="rId13" Type="http://schemas.openxmlformats.org/officeDocument/2006/relationships/image" Target="../media/image73.jpeg"/><Relationship Id="rId18" Type="http://schemas.openxmlformats.org/officeDocument/2006/relationships/image" Target="../media/image78.jpeg"/><Relationship Id="rId26" Type="http://schemas.openxmlformats.org/officeDocument/2006/relationships/image" Target="../media/image86.jpeg"/><Relationship Id="rId3" Type="http://schemas.openxmlformats.org/officeDocument/2006/relationships/image" Target="../media/image2.png"/><Relationship Id="rId21" Type="http://schemas.openxmlformats.org/officeDocument/2006/relationships/image" Target="../media/image81.jpeg"/><Relationship Id="rId7" Type="http://schemas.openxmlformats.org/officeDocument/2006/relationships/image" Target="../media/image67.jpeg"/><Relationship Id="rId12" Type="http://schemas.openxmlformats.org/officeDocument/2006/relationships/image" Target="../media/image72.jpeg"/><Relationship Id="rId17" Type="http://schemas.openxmlformats.org/officeDocument/2006/relationships/image" Target="../media/image77.jpeg"/><Relationship Id="rId25" Type="http://schemas.openxmlformats.org/officeDocument/2006/relationships/image" Target="../media/image85.jpeg"/><Relationship Id="rId2" Type="http://schemas.openxmlformats.org/officeDocument/2006/relationships/image" Target="../media/image13.jpg"/><Relationship Id="rId16" Type="http://schemas.openxmlformats.org/officeDocument/2006/relationships/image" Target="../media/image76.jpeg"/><Relationship Id="rId20" Type="http://schemas.openxmlformats.org/officeDocument/2006/relationships/image" Target="../media/image80.jpeg"/><Relationship Id="rId29" Type="http://schemas.openxmlformats.org/officeDocument/2006/relationships/image" Target="../media/image8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jpeg"/><Relationship Id="rId11" Type="http://schemas.openxmlformats.org/officeDocument/2006/relationships/image" Target="../media/image71.jpeg"/><Relationship Id="rId24" Type="http://schemas.openxmlformats.org/officeDocument/2006/relationships/image" Target="../media/image84.jpeg"/><Relationship Id="rId5" Type="http://schemas.openxmlformats.org/officeDocument/2006/relationships/image" Target="../media/image65.jpeg"/><Relationship Id="rId15" Type="http://schemas.openxmlformats.org/officeDocument/2006/relationships/image" Target="../media/image75.jpeg"/><Relationship Id="rId23" Type="http://schemas.openxmlformats.org/officeDocument/2006/relationships/image" Target="../media/image83.jpeg"/><Relationship Id="rId28" Type="http://schemas.openxmlformats.org/officeDocument/2006/relationships/image" Target="../media/image88.jpeg"/><Relationship Id="rId10" Type="http://schemas.openxmlformats.org/officeDocument/2006/relationships/image" Target="../media/image70.jpeg"/><Relationship Id="rId19" Type="http://schemas.openxmlformats.org/officeDocument/2006/relationships/image" Target="../media/image79.jpeg"/><Relationship Id="rId31" Type="http://schemas.openxmlformats.org/officeDocument/2006/relationships/image" Target="../media/image91.jpeg"/><Relationship Id="rId4" Type="http://schemas.openxmlformats.org/officeDocument/2006/relationships/image" Target="../media/image8.png"/><Relationship Id="rId9" Type="http://schemas.openxmlformats.org/officeDocument/2006/relationships/image" Target="../media/image69.jpeg"/><Relationship Id="rId14" Type="http://schemas.openxmlformats.org/officeDocument/2006/relationships/image" Target="../media/image74.jpeg"/><Relationship Id="rId22" Type="http://schemas.openxmlformats.org/officeDocument/2006/relationships/image" Target="../media/image82.jpeg"/><Relationship Id="rId27" Type="http://schemas.openxmlformats.org/officeDocument/2006/relationships/image" Target="../media/image87.jpeg"/><Relationship Id="rId30" Type="http://schemas.openxmlformats.org/officeDocument/2006/relationships/image" Target="../media/image9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jpeg"/><Relationship Id="rId13" Type="http://schemas.openxmlformats.org/officeDocument/2006/relationships/image" Target="../media/image100.jpeg"/><Relationship Id="rId18" Type="http://schemas.openxmlformats.org/officeDocument/2006/relationships/image" Target="../media/image105.jpeg"/><Relationship Id="rId26" Type="http://schemas.openxmlformats.org/officeDocument/2006/relationships/image" Target="../media/image113.jpeg"/><Relationship Id="rId3" Type="http://schemas.openxmlformats.org/officeDocument/2006/relationships/image" Target="../media/image2.png"/><Relationship Id="rId21" Type="http://schemas.openxmlformats.org/officeDocument/2006/relationships/image" Target="../media/image108.jpeg"/><Relationship Id="rId7" Type="http://schemas.openxmlformats.org/officeDocument/2006/relationships/image" Target="../media/image94.jpeg"/><Relationship Id="rId12" Type="http://schemas.openxmlformats.org/officeDocument/2006/relationships/image" Target="../media/image99.jpeg"/><Relationship Id="rId17" Type="http://schemas.openxmlformats.org/officeDocument/2006/relationships/image" Target="../media/image104.jpeg"/><Relationship Id="rId25" Type="http://schemas.openxmlformats.org/officeDocument/2006/relationships/image" Target="../media/image112.jpeg"/><Relationship Id="rId2" Type="http://schemas.openxmlformats.org/officeDocument/2006/relationships/image" Target="../media/image13.jpg"/><Relationship Id="rId16" Type="http://schemas.openxmlformats.org/officeDocument/2006/relationships/image" Target="../media/image103.jpeg"/><Relationship Id="rId20" Type="http://schemas.openxmlformats.org/officeDocument/2006/relationships/image" Target="../media/image107.jpeg"/><Relationship Id="rId29" Type="http://schemas.openxmlformats.org/officeDocument/2006/relationships/image" Target="../media/image1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jpeg"/><Relationship Id="rId11" Type="http://schemas.openxmlformats.org/officeDocument/2006/relationships/image" Target="../media/image98.jpeg"/><Relationship Id="rId24" Type="http://schemas.openxmlformats.org/officeDocument/2006/relationships/image" Target="../media/image111.jpeg"/><Relationship Id="rId5" Type="http://schemas.openxmlformats.org/officeDocument/2006/relationships/image" Target="../media/image92.jpeg"/><Relationship Id="rId15" Type="http://schemas.openxmlformats.org/officeDocument/2006/relationships/image" Target="../media/image102.jpeg"/><Relationship Id="rId23" Type="http://schemas.openxmlformats.org/officeDocument/2006/relationships/image" Target="../media/image110.jpeg"/><Relationship Id="rId28" Type="http://schemas.openxmlformats.org/officeDocument/2006/relationships/image" Target="../media/image115.jpeg"/><Relationship Id="rId10" Type="http://schemas.openxmlformats.org/officeDocument/2006/relationships/image" Target="../media/image97.jpeg"/><Relationship Id="rId19" Type="http://schemas.openxmlformats.org/officeDocument/2006/relationships/image" Target="../media/image106.jpeg"/><Relationship Id="rId31" Type="http://schemas.openxmlformats.org/officeDocument/2006/relationships/image" Target="../media/image118.jpeg"/><Relationship Id="rId4" Type="http://schemas.openxmlformats.org/officeDocument/2006/relationships/image" Target="../media/image8.png"/><Relationship Id="rId9" Type="http://schemas.openxmlformats.org/officeDocument/2006/relationships/image" Target="../media/image96.jpeg"/><Relationship Id="rId14" Type="http://schemas.openxmlformats.org/officeDocument/2006/relationships/image" Target="../media/image101.jpeg"/><Relationship Id="rId22" Type="http://schemas.openxmlformats.org/officeDocument/2006/relationships/image" Target="../media/image109.jpeg"/><Relationship Id="rId27" Type="http://schemas.openxmlformats.org/officeDocument/2006/relationships/image" Target="../media/image114.jpeg"/><Relationship Id="rId30" Type="http://schemas.openxmlformats.org/officeDocument/2006/relationships/image" Target="../media/image11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jpeg"/><Relationship Id="rId13" Type="http://schemas.openxmlformats.org/officeDocument/2006/relationships/image" Target="../media/image127.jpeg"/><Relationship Id="rId18" Type="http://schemas.openxmlformats.org/officeDocument/2006/relationships/image" Target="../media/image132.jpeg"/><Relationship Id="rId3" Type="http://schemas.openxmlformats.org/officeDocument/2006/relationships/image" Target="../media/image2.png"/><Relationship Id="rId7" Type="http://schemas.openxmlformats.org/officeDocument/2006/relationships/image" Target="../media/image121.jpeg"/><Relationship Id="rId12" Type="http://schemas.openxmlformats.org/officeDocument/2006/relationships/image" Target="../media/image126.jpeg"/><Relationship Id="rId17" Type="http://schemas.openxmlformats.org/officeDocument/2006/relationships/image" Target="../media/image131.jpeg"/><Relationship Id="rId2" Type="http://schemas.openxmlformats.org/officeDocument/2006/relationships/image" Target="../media/image13.jpg"/><Relationship Id="rId16" Type="http://schemas.openxmlformats.org/officeDocument/2006/relationships/image" Target="../media/image13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jpeg"/><Relationship Id="rId11" Type="http://schemas.openxmlformats.org/officeDocument/2006/relationships/image" Target="../media/image125.jpeg"/><Relationship Id="rId5" Type="http://schemas.openxmlformats.org/officeDocument/2006/relationships/image" Target="../media/image119.jpeg"/><Relationship Id="rId15" Type="http://schemas.openxmlformats.org/officeDocument/2006/relationships/image" Target="../media/image129.jpeg"/><Relationship Id="rId10" Type="http://schemas.openxmlformats.org/officeDocument/2006/relationships/image" Target="../media/image124.jpeg"/><Relationship Id="rId19" Type="http://schemas.openxmlformats.org/officeDocument/2006/relationships/image" Target="../media/image133.jpeg"/><Relationship Id="rId4" Type="http://schemas.openxmlformats.org/officeDocument/2006/relationships/image" Target="../media/image8.png"/><Relationship Id="rId9" Type="http://schemas.openxmlformats.org/officeDocument/2006/relationships/image" Target="../media/image123.jpeg"/><Relationship Id="rId14" Type="http://schemas.openxmlformats.org/officeDocument/2006/relationships/image" Target="../media/image1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20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198438" y="918904"/>
            <a:ext cx="4343400" cy="2144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 dirty="0">
                <a:solidFill>
                  <a:srgbClr val="FF9900"/>
                </a:solidFill>
                <a:latin typeface="Benguiat Bk BT" pitchFamily="18" charset="0"/>
              </a:rPr>
              <a:t>CBSE</a:t>
            </a:r>
          </a:p>
          <a:p>
            <a:pPr algn="ctr">
              <a:lnSpc>
                <a:spcPts val="4000"/>
              </a:lnSpc>
            </a:pPr>
            <a:r>
              <a:rPr lang="en-US" sz="4000" b="1" dirty="0">
                <a:solidFill>
                  <a:srgbClr val="FF9900"/>
                </a:solidFill>
                <a:latin typeface="Benguiat Bk BT" pitchFamily="18" charset="0"/>
              </a:rPr>
              <a:t>GRADE-XII</a:t>
            </a:r>
          </a:p>
          <a:p>
            <a:pPr algn="ctr">
              <a:lnSpc>
                <a:spcPts val="4000"/>
              </a:lnSpc>
            </a:pPr>
            <a:r>
              <a:rPr lang="en-US" sz="4000" b="1" dirty="0">
                <a:solidFill>
                  <a:srgbClr val="FF9900"/>
                </a:solidFill>
                <a:latin typeface="Benguiat Bk BT" pitchFamily="18" charset="0"/>
              </a:rPr>
              <a:t>RESULT</a:t>
            </a:r>
          </a:p>
          <a:p>
            <a:pPr algn="ctr">
              <a:lnSpc>
                <a:spcPts val="4000"/>
              </a:lnSpc>
            </a:pPr>
            <a:r>
              <a:rPr lang="en-US" sz="4400" b="1" dirty="0" smtClean="0">
                <a:solidFill>
                  <a:srgbClr val="FF9900"/>
                </a:solidFill>
                <a:latin typeface="Benguiat Bk BT" pitchFamily="18" charset="0"/>
              </a:rPr>
              <a:t>100%</a:t>
            </a:r>
            <a:endParaRPr lang="en-US" sz="4400" b="1" dirty="0">
              <a:solidFill>
                <a:srgbClr val="FF9900"/>
              </a:solidFill>
              <a:latin typeface="Benguiat Bk BT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3038018"/>
            <a:ext cx="8138160" cy="1015663"/>
          </a:xfrm>
          <a:prstGeom prst="rect">
            <a:avLst/>
          </a:prstGeom>
          <a:gradFill flip="none" rotWithShape="1">
            <a:gsLst>
              <a:gs pos="0">
                <a:srgbClr val="92D050">
                  <a:alpha val="30000"/>
                </a:srgbClr>
              </a:gs>
              <a:gs pos="25000">
                <a:srgbClr val="FFC000"/>
              </a:gs>
              <a:gs pos="75000">
                <a:srgbClr val="FFC000"/>
              </a:gs>
              <a:gs pos="50000">
                <a:schemeClr val="bg1">
                  <a:alpha val="29000"/>
                </a:schemeClr>
              </a:gs>
              <a:gs pos="100000">
                <a:srgbClr val="92D050">
                  <a:alpha val="3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mbria" pitchFamily="18" charset="0"/>
              </a:rPr>
              <a:t>THE BEST WAY TO PREDICT </a:t>
            </a:r>
            <a:r>
              <a:rPr lang="en-US" sz="2000" b="1" dirty="0" smtClean="0">
                <a:latin typeface="Cambria" pitchFamily="18" charset="0"/>
              </a:rPr>
              <a:t>YOUR </a:t>
            </a:r>
            <a:r>
              <a:rPr lang="en-US" sz="2000" b="1" dirty="0">
                <a:latin typeface="Cambria" pitchFamily="18" charset="0"/>
              </a:rPr>
              <a:t>FUTURE </a:t>
            </a:r>
            <a:endParaRPr lang="en-US" sz="2000" b="1" dirty="0" smtClean="0">
              <a:latin typeface="Cambria" pitchFamily="18" charset="0"/>
            </a:endParaRPr>
          </a:p>
          <a:p>
            <a:pPr algn="ctr"/>
            <a:r>
              <a:rPr lang="en-US" sz="2000" b="1" dirty="0" smtClean="0">
                <a:latin typeface="Cambria" pitchFamily="18" charset="0"/>
              </a:rPr>
              <a:t>IS </a:t>
            </a:r>
            <a:r>
              <a:rPr lang="en-US" sz="2000" b="1" dirty="0">
                <a:latin typeface="Cambria" pitchFamily="18" charset="0"/>
              </a:rPr>
              <a:t>TO CREATE IT. YOU HAVE CREATED A </a:t>
            </a:r>
            <a:r>
              <a:rPr lang="en-US" sz="2000" b="1" dirty="0" smtClean="0">
                <a:latin typeface="Cambria" pitchFamily="18" charset="0"/>
              </a:rPr>
              <a:t>GREATER </a:t>
            </a:r>
            <a:r>
              <a:rPr lang="en-US" sz="2000" b="1" dirty="0">
                <a:latin typeface="Cambria" pitchFamily="18" charset="0"/>
              </a:rPr>
              <a:t>ONE. </a:t>
            </a:r>
            <a:endParaRPr lang="en-US" sz="2000" b="1" dirty="0" smtClean="0">
              <a:latin typeface="Cambria" pitchFamily="18" charset="0"/>
            </a:endParaRPr>
          </a:p>
          <a:p>
            <a:pPr algn="ctr"/>
            <a:r>
              <a:rPr lang="en-US" sz="2000" b="1" dirty="0" smtClean="0">
                <a:latin typeface="Cambria" pitchFamily="18" charset="0"/>
              </a:rPr>
              <a:t>BEST WISHES </a:t>
            </a:r>
            <a:r>
              <a:rPr lang="en-US" sz="2000" b="1" dirty="0">
                <a:latin typeface="Cambria" pitchFamily="18" charset="0"/>
              </a:rPr>
              <a:t>ON YOUR ACHIEVEMENT!!!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-1" y="-15399"/>
            <a:ext cx="8138160" cy="716280"/>
            <a:chOff x="-1" y="-15399"/>
            <a:chExt cx="8138160" cy="716280"/>
          </a:xfrm>
          <a:gradFill>
            <a:gsLst>
              <a:gs pos="0">
                <a:srgbClr val="92D050"/>
              </a:gs>
              <a:gs pos="100000">
                <a:schemeClr val="bg1">
                  <a:alpha val="14000"/>
                </a:schemeClr>
              </a:gs>
            </a:gsLst>
            <a:lin ang="5400000" scaled="0"/>
          </a:gradFill>
        </p:grpSpPr>
        <p:sp>
          <p:nvSpPr>
            <p:cNvPr id="8" name="TextBox 7"/>
            <p:cNvSpPr txBox="1"/>
            <p:nvPr/>
          </p:nvSpPr>
          <p:spPr>
            <a:xfrm>
              <a:off x="-1" y="-15399"/>
              <a:ext cx="8138160" cy="6400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Cambria" pitchFamily="18" charset="0"/>
                </a:rPr>
                <a:t>DELHI </a:t>
              </a:r>
              <a:r>
                <a:rPr lang="en-US" sz="2900" b="1" dirty="0">
                  <a:latin typeface="Cambria" pitchFamily="18" charset="0"/>
                </a:rPr>
                <a:t>PUBLIC</a:t>
              </a:r>
              <a:r>
                <a:rPr lang="en-US" sz="2800" b="1" dirty="0">
                  <a:latin typeface="Cambria" pitchFamily="18" charset="0"/>
                </a:rPr>
                <a:t> SCHOOL AGRA</a:t>
              </a:r>
            </a:p>
          </p:txBody>
        </p:sp>
        <p:pic>
          <p:nvPicPr>
            <p:cNvPr id="9" name="Picture 2" descr="\\SEILDPS2\atproffdata\khushbant singh\dps PNG logo - Copy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84" y="91281"/>
              <a:ext cx="460878" cy="570384"/>
            </a:xfrm>
            <a:prstGeom prst="rect">
              <a:avLst/>
            </a:prstGeom>
            <a:grpFill/>
            <a:extLst/>
          </p:spPr>
        </p:pic>
        <p:sp>
          <p:nvSpPr>
            <p:cNvPr id="10" name="TextBox 9"/>
            <p:cNvSpPr txBox="1"/>
            <p:nvPr/>
          </p:nvSpPr>
          <p:spPr>
            <a:xfrm>
              <a:off x="0" y="470049"/>
              <a:ext cx="8137525" cy="2308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Arial" pitchFamily="34" charset="0"/>
                  <a:cs typeface="Arial" pitchFamily="34" charset="0"/>
                </a:rPr>
                <a:t>(Under the aegis of The Delhi Public School Society, East of Kailash, New </a:t>
              </a:r>
              <a:r>
                <a:rPr lang="en-US" sz="900" b="1" dirty="0" smtClean="0">
                  <a:latin typeface="Arial" pitchFamily="34" charset="0"/>
                  <a:cs typeface="Arial" pitchFamily="34" charset="0"/>
                </a:rPr>
                <a:t>Delhi)</a:t>
              </a:r>
              <a:endParaRPr lang="en-US" sz="900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687762" y="624681"/>
            <a:ext cx="29610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>
                <a:gradFill>
                  <a:gsLst>
                    <a:gs pos="0">
                      <a:srgbClr val="0070C0"/>
                    </a:gs>
                    <a:gs pos="25000">
                      <a:srgbClr val="FF0000"/>
                    </a:gs>
                    <a:gs pos="75000">
                      <a:srgbClr val="FF0000"/>
                    </a:gs>
                    <a:gs pos="50000">
                      <a:srgbClr val="F6F494"/>
                    </a:gs>
                    <a:gs pos="100000">
                      <a:srgbClr val="002060"/>
                    </a:gs>
                  </a:gsLst>
                  <a:lin ang="5400000" scaled="1"/>
                </a:gradFill>
                <a:latin typeface="Banff" pitchFamily="2" charset="0"/>
              </a:rPr>
              <a:t>2020</a:t>
            </a:r>
            <a:endParaRPr lang="en-US" sz="9600" dirty="0">
              <a:gradFill>
                <a:gsLst>
                  <a:gs pos="0">
                    <a:srgbClr val="0070C0"/>
                  </a:gs>
                  <a:gs pos="25000">
                    <a:srgbClr val="FF0000"/>
                  </a:gs>
                  <a:gs pos="75000">
                    <a:srgbClr val="FF0000"/>
                  </a:gs>
                  <a:gs pos="50000">
                    <a:srgbClr val="F6F494"/>
                  </a:gs>
                  <a:gs pos="100000">
                    <a:srgbClr val="002060"/>
                  </a:gs>
                </a:gsLst>
                <a:lin ang="5400000" scaled="1"/>
              </a:gradFill>
              <a:latin typeface="Banff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02362" y="1615281"/>
            <a:ext cx="157286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>
                <a:gradFill>
                  <a:gsLst>
                    <a:gs pos="0">
                      <a:srgbClr val="0070C0"/>
                    </a:gs>
                    <a:gs pos="25000">
                      <a:srgbClr val="FF0000"/>
                    </a:gs>
                    <a:gs pos="75000">
                      <a:srgbClr val="FF0000"/>
                    </a:gs>
                    <a:gs pos="50000">
                      <a:srgbClr val="F6F494"/>
                    </a:gs>
                    <a:gs pos="100000">
                      <a:srgbClr val="002060"/>
                    </a:gs>
                  </a:gsLst>
                  <a:lin ang="5400000" scaled="1"/>
                </a:gradFill>
                <a:latin typeface="Banff" pitchFamily="2" charset="0"/>
              </a:rPr>
              <a:t>21</a:t>
            </a:r>
            <a:endParaRPr lang="en-US" sz="9600" dirty="0">
              <a:gradFill>
                <a:gsLst>
                  <a:gs pos="0">
                    <a:srgbClr val="0070C0"/>
                  </a:gs>
                  <a:gs pos="25000">
                    <a:srgbClr val="FF0000"/>
                  </a:gs>
                  <a:gs pos="75000">
                    <a:srgbClr val="FF0000"/>
                  </a:gs>
                  <a:gs pos="50000">
                    <a:srgbClr val="F6F494"/>
                  </a:gs>
                  <a:gs pos="100000">
                    <a:srgbClr val="002060"/>
                  </a:gs>
                </a:gsLst>
                <a:lin ang="5400000" scaled="1"/>
              </a:gradFill>
              <a:latin typeface="Banff" pitchFamily="2" charset="0"/>
            </a:endParaRPr>
          </a:p>
        </p:txBody>
      </p:sp>
      <p:pic>
        <p:nvPicPr>
          <p:cNvPr id="1030" name="Picture 6" descr="C:\Users\admin\Downloads\light-line-png-4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748834">
            <a:off x="5115913" y="1518749"/>
            <a:ext cx="2516348" cy="94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admin\Downloads\kindpng_30466.png"/>
          <p:cNvPicPr>
            <a:picLocks noChangeAspect="1" noChangeArrowheads="1"/>
          </p:cNvPicPr>
          <p:nvPr/>
        </p:nvPicPr>
        <p:blipFill>
          <a:blip r:embed="rId8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108" y="4129881"/>
            <a:ext cx="5451854" cy="1505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Reach The Top - Epic Background Music - Powerful Instrumental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>
                  <p14:fade out="100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573962" y="-398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19043"/>
      </p:ext>
    </p:extLst>
  </p:cSld>
  <p:clrMapOvr>
    <a:masterClrMapping/>
  </p:clrMapOvr>
  <p:transition spd="slow" advClick="0" advTm="7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5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961448"/>
              </p:ext>
            </p:extLst>
          </p:nvPr>
        </p:nvGraphicFramePr>
        <p:xfrm>
          <a:off x="30162" y="3520281"/>
          <a:ext cx="3962400" cy="2039836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962400"/>
              </a:tblGrid>
              <a:tr h="3376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MAJOR</a:t>
                      </a:r>
                      <a:r>
                        <a:rPr lang="en-US" sz="2000" baseline="0" dirty="0" smtClean="0"/>
                        <a:t> ACHIEVEMENTS</a:t>
                      </a:r>
                      <a:endParaRPr lang="en-US" sz="2000" b="1" dirty="0"/>
                    </a:p>
                  </a:txBody>
                  <a:tcPr/>
                </a:tc>
              </a:tr>
              <a:tr h="1643596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Cambria" pitchFamily="18" charset="0"/>
                        </a:rPr>
                        <a:t>1.</a:t>
                      </a:r>
                      <a:r>
                        <a:rPr lang="en-US" sz="1200" b="1" baseline="0" dirty="0" smtClean="0">
                          <a:latin typeface="Cambria" pitchFamily="18" charset="0"/>
                        </a:rPr>
                        <a:t> 265</a:t>
                      </a:r>
                      <a:r>
                        <a:rPr lang="en-US" sz="1200" b="1" dirty="0" smtClean="0">
                          <a:latin typeface="Cambria" pitchFamily="18" charset="0"/>
                        </a:rPr>
                        <a:t> </a:t>
                      </a:r>
                      <a:r>
                        <a:rPr lang="en-US" sz="1200" dirty="0" smtClean="0">
                          <a:latin typeface="Cambria" pitchFamily="18" charset="0"/>
                        </a:rPr>
                        <a:t>STUDENTS OUT OF </a:t>
                      </a:r>
                      <a:r>
                        <a:rPr lang="en-US" sz="1200" b="1" dirty="0" smtClean="0">
                          <a:latin typeface="Cambria" pitchFamily="18" charset="0"/>
                        </a:rPr>
                        <a:t>275</a:t>
                      </a:r>
                      <a:r>
                        <a:rPr lang="en-US" sz="1200" b="1" baseline="0" dirty="0" smtClean="0">
                          <a:latin typeface="Cambria" pitchFamily="18" charset="0"/>
                        </a:rPr>
                        <a:t> </a:t>
                      </a:r>
                      <a:r>
                        <a:rPr lang="en-US" sz="1200" b="1" dirty="0" smtClean="0">
                          <a:latin typeface="Cambria" pitchFamily="18" charset="0"/>
                        </a:rPr>
                        <a:t>-</a:t>
                      </a:r>
                      <a:r>
                        <a:rPr lang="en-US" sz="1200" dirty="0" smtClean="0">
                          <a:latin typeface="Cambria" pitchFamily="18" charset="0"/>
                        </a:rPr>
                        <a:t> i.e.</a:t>
                      </a:r>
                      <a:r>
                        <a:rPr lang="en-US" sz="1200" baseline="0" dirty="0" smtClean="0">
                          <a:latin typeface="Cambria" pitchFamily="18" charset="0"/>
                        </a:rPr>
                        <a:t> </a:t>
                      </a:r>
                      <a:r>
                        <a:rPr lang="en-US" sz="1200" b="1" baseline="0" dirty="0" smtClean="0">
                          <a:latin typeface="Cambria" pitchFamily="18" charset="0"/>
                        </a:rPr>
                        <a:t>96.36 %</a:t>
                      </a:r>
                      <a:r>
                        <a:rPr lang="en-US" sz="1200" baseline="0" dirty="0" smtClean="0">
                          <a:latin typeface="Cambria" pitchFamily="18" charset="0"/>
                        </a:rPr>
                        <a:t> SECURED </a:t>
                      </a:r>
                    </a:p>
                    <a:p>
                      <a:r>
                        <a:rPr lang="en-US" sz="1200" baseline="0" dirty="0" smtClean="0">
                          <a:latin typeface="Cambria" pitchFamily="18" charset="0"/>
                        </a:rPr>
                        <a:t>    DISTINCTIONS AND ABOVE IN OVERALL </a:t>
                      </a:r>
                    </a:p>
                    <a:p>
                      <a:r>
                        <a:rPr lang="en-US" sz="1200" baseline="0" dirty="0" smtClean="0">
                          <a:latin typeface="Cambria" pitchFamily="18" charset="0"/>
                        </a:rPr>
                        <a:t>    PERCENTAGE.</a:t>
                      </a:r>
                      <a:endParaRPr lang="en-US" sz="1200" dirty="0" smtClean="0">
                        <a:latin typeface="Cambria" pitchFamily="18" charset="0"/>
                      </a:endParaRPr>
                    </a:p>
                    <a:p>
                      <a:r>
                        <a:rPr lang="en-US" sz="1200" dirty="0" smtClean="0">
                          <a:latin typeface="Cambria" pitchFamily="18" charset="0"/>
                        </a:rPr>
                        <a:t>2. TOTAL DISTINCTIONS IN INDIVIDUAL SUBJECTS–</a:t>
                      </a:r>
                      <a:r>
                        <a:rPr lang="en-US" sz="1200" b="1" baseline="0" dirty="0" smtClean="0">
                          <a:latin typeface="Cambria" pitchFamily="18" charset="0"/>
                        </a:rPr>
                        <a:t>1282</a:t>
                      </a:r>
                      <a:endParaRPr lang="en-US" sz="1200" b="1" dirty="0" smtClean="0">
                        <a:latin typeface="Cambria" pitchFamily="18" charset="0"/>
                      </a:endParaRPr>
                    </a:p>
                    <a:p>
                      <a:r>
                        <a:rPr lang="en-US" sz="1200" dirty="0" smtClean="0">
                          <a:latin typeface="Cambria" pitchFamily="18" charset="0"/>
                        </a:rPr>
                        <a:t>3. 90% AND ABOVE -</a:t>
                      </a:r>
                      <a:r>
                        <a:rPr lang="en-US" sz="1200" baseline="0" dirty="0" smtClean="0">
                          <a:latin typeface="Cambria" pitchFamily="18" charset="0"/>
                        </a:rPr>
                        <a:t> </a:t>
                      </a:r>
                      <a:r>
                        <a:rPr lang="en-US" sz="1200" b="1" baseline="0" dirty="0" smtClean="0">
                          <a:latin typeface="Cambria" pitchFamily="18" charset="0"/>
                        </a:rPr>
                        <a:t>123</a:t>
                      </a:r>
                      <a:r>
                        <a:rPr lang="en-US" sz="1200" dirty="0" smtClean="0">
                          <a:latin typeface="Cambria" pitchFamily="18" charset="0"/>
                        </a:rPr>
                        <a:t> STUDENTS</a:t>
                      </a:r>
                    </a:p>
                    <a:p>
                      <a:r>
                        <a:rPr lang="en-US" sz="1200" dirty="0" smtClean="0">
                          <a:latin typeface="Cambria" pitchFamily="18" charset="0"/>
                        </a:rPr>
                        <a:t>4.</a:t>
                      </a:r>
                      <a:r>
                        <a:rPr lang="en-US" sz="1200" baseline="0" dirty="0" smtClean="0">
                          <a:latin typeface="Cambria" pitchFamily="18" charset="0"/>
                        </a:rPr>
                        <a:t> A1 IN ALL 5 COMPULSORY SUBJECTS - </a:t>
                      </a:r>
                      <a:r>
                        <a:rPr lang="en-US" sz="1200" b="1" baseline="0" dirty="0" smtClean="0">
                          <a:latin typeface="Cambria" pitchFamily="18" charset="0"/>
                        </a:rPr>
                        <a:t>16 </a:t>
                      </a:r>
                      <a:r>
                        <a:rPr lang="en-US" sz="1200" baseline="0" dirty="0" smtClean="0">
                          <a:latin typeface="Cambria" pitchFamily="18" charset="0"/>
                        </a:rPr>
                        <a:t>STUDENTS</a:t>
                      </a:r>
                    </a:p>
                    <a:p>
                      <a:r>
                        <a:rPr lang="en-US" sz="1200" baseline="0" dirty="0" smtClean="0">
                          <a:latin typeface="Cambria" pitchFamily="18" charset="0"/>
                        </a:rPr>
                        <a:t>5. SCHOOL AVERAGE – </a:t>
                      </a:r>
                      <a:r>
                        <a:rPr lang="en-US" sz="1200" b="1" baseline="0" dirty="0" smtClean="0">
                          <a:latin typeface="Cambria" pitchFamily="18" charset="0"/>
                        </a:rPr>
                        <a:t>87.73 %</a:t>
                      </a:r>
                      <a:endParaRPr lang="en-US" sz="1200" b="1" dirty="0" smtClean="0">
                        <a:latin typeface="Cambria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637519"/>
              </p:ext>
            </p:extLst>
          </p:nvPr>
        </p:nvGraphicFramePr>
        <p:xfrm>
          <a:off x="4068762" y="3520281"/>
          <a:ext cx="3962400" cy="204306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57077"/>
                <a:gridCol w="819323"/>
                <a:gridCol w="762000"/>
                <a:gridCol w="762000"/>
                <a:gridCol w="762000"/>
              </a:tblGrid>
              <a:tr h="328112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STREAM</a:t>
                      </a:r>
                      <a:r>
                        <a:rPr lang="en-US" sz="2000" baseline="0" dirty="0" smtClean="0"/>
                        <a:t> WISE PERFORMANCE</a:t>
                      </a:r>
                      <a:endParaRPr lang="en-US" sz="2000" b="1" dirty="0"/>
                    </a:p>
                  </a:txBody>
                  <a:tcPr marL="84268" marR="84268" marT="42136" marB="42136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marL="84268" marR="84268" marT="42136" marB="42136"/>
                </a:tc>
              </a:tr>
              <a:tr h="51008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STREAM</a:t>
                      </a:r>
                      <a:endParaRPr lang="en-US" sz="1400" b="1" dirty="0"/>
                    </a:p>
                  </a:txBody>
                  <a:tcPr marL="84268" marR="84268" marT="42136" marB="421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TOTAL STUDENTS</a:t>
                      </a:r>
                      <a:endParaRPr lang="en-US" sz="1050" b="1" dirty="0"/>
                    </a:p>
                  </a:txBody>
                  <a:tcPr marL="84268" marR="84268" marT="42136" marB="421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90% AND ABOVE</a:t>
                      </a:r>
                      <a:endParaRPr lang="en-US" sz="1050" b="1" dirty="0"/>
                    </a:p>
                  </a:txBody>
                  <a:tcPr marL="84268" marR="84268" marT="42136" marB="42136" anchor="ctr"/>
                </a:tc>
                <a:tc>
                  <a:txBody>
                    <a:bodyPr/>
                    <a:lstStyle/>
                    <a:p>
                      <a:pPr marL="0" marR="0" indent="0" algn="ctr" defTabSz="7885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/>
                        <a:t>75% - 90%</a:t>
                      </a:r>
                    </a:p>
                  </a:txBody>
                  <a:tcPr marL="84268" marR="84268" marT="42136" marB="42136" anchor="ctr"/>
                </a:tc>
                <a:tc>
                  <a:txBody>
                    <a:bodyPr/>
                    <a:lstStyle/>
                    <a:p>
                      <a:pPr marL="0" marR="0" indent="0" algn="ctr" defTabSz="7885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/>
                        <a:t>60% - 75%</a:t>
                      </a:r>
                    </a:p>
                  </a:txBody>
                  <a:tcPr marL="84268" marR="84268" marT="42136" marB="42136" anchor="ctr"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SCIENCE</a:t>
                      </a:r>
                      <a:endParaRPr lang="en-US" sz="1000" b="1" dirty="0"/>
                    </a:p>
                  </a:txBody>
                  <a:tcPr marL="84268" marR="84268" marT="42136" marB="421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93</a:t>
                      </a:r>
                      <a:endParaRPr lang="en-US" sz="1600" b="1" dirty="0"/>
                    </a:p>
                  </a:txBody>
                  <a:tcPr marL="84268" marR="84268" marT="42136" marB="421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42</a:t>
                      </a:r>
                      <a:endParaRPr lang="en-US" sz="1600" b="1" dirty="0"/>
                    </a:p>
                  </a:txBody>
                  <a:tcPr marL="84268" marR="84268" marT="42136" marB="421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50</a:t>
                      </a:r>
                      <a:endParaRPr lang="en-US" sz="1600" b="1" dirty="0"/>
                    </a:p>
                  </a:txBody>
                  <a:tcPr marL="84268" marR="84268" marT="42136" marB="421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1</a:t>
                      </a:r>
                      <a:endParaRPr lang="en-US" sz="1600" b="1" dirty="0"/>
                    </a:p>
                  </a:txBody>
                  <a:tcPr marL="84268" marR="84268" marT="42136" marB="42136" anchor="ctr"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COMMERCE</a:t>
                      </a:r>
                      <a:endParaRPr lang="en-US" sz="1000" b="1" dirty="0"/>
                    </a:p>
                  </a:txBody>
                  <a:tcPr marL="84268" marR="84268" marT="42136" marB="421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127</a:t>
                      </a:r>
                      <a:endParaRPr lang="en-US" sz="1600" b="1" dirty="0"/>
                    </a:p>
                  </a:txBody>
                  <a:tcPr marL="84268" marR="84268" marT="42136" marB="421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46</a:t>
                      </a:r>
                      <a:endParaRPr lang="en-US" sz="1600" b="1" dirty="0"/>
                    </a:p>
                  </a:txBody>
                  <a:tcPr marL="84268" marR="84268" marT="42136" marB="421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73</a:t>
                      </a:r>
                      <a:endParaRPr lang="en-US" sz="1600" b="1" dirty="0"/>
                    </a:p>
                  </a:txBody>
                  <a:tcPr marL="84268" marR="84268" marT="42136" marB="421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8</a:t>
                      </a:r>
                      <a:endParaRPr lang="en-US" sz="1600" b="1" dirty="0"/>
                    </a:p>
                  </a:txBody>
                  <a:tcPr marL="84268" marR="84268" marT="42136" marB="42136" anchor="ctr"/>
                </a:tc>
              </a:tr>
              <a:tr h="38190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HUMANITIES</a:t>
                      </a:r>
                      <a:endParaRPr lang="en-US" sz="1000" b="1" dirty="0"/>
                    </a:p>
                  </a:txBody>
                  <a:tcPr marL="84268" marR="84268" marT="42136" marB="421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55</a:t>
                      </a:r>
                      <a:endParaRPr lang="en-US" sz="1600" b="1" dirty="0"/>
                    </a:p>
                  </a:txBody>
                  <a:tcPr marL="84268" marR="84268" marT="42136" marB="421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35</a:t>
                      </a:r>
                      <a:endParaRPr lang="en-US" sz="1600" b="1" dirty="0"/>
                    </a:p>
                  </a:txBody>
                  <a:tcPr marL="84268" marR="84268" marT="42136" marB="421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19</a:t>
                      </a:r>
                      <a:endParaRPr lang="en-US" sz="1600" b="1" dirty="0"/>
                    </a:p>
                  </a:txBody>
                  <a:tcPr marL="84268" marR="84268" marT="42136" marB="421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1</a:t>
                      </a:r>
                      <a:endParaRPr lang="en-US" sz="1600" b="1" dirty="0"/>
                    </a:p>
                  </a:txBody>
                  <a:tcPr marL="84268" marR="84268" marT="42136" marB="42136" anchor="ctr"/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0" y="711061"/>
            <a:ext cx="8137525" cy="523220"/>
          </a:xfrm>
          <a:prstGeom prst="rect">
            <a:avLst/>
          </a:prstGeom>
          <a:solidFill>
            <a:srgbClr val="D4FB8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gradFill flip="none" rotWithShape="1">
                  <a:gsLst>
                    <a:gs pos="0">
                      <a:srgbClr val="FFFF00"/>
                    </a:gs>
                    <a:gs pos="59000">
                      <a:srgbClr val="000000"/>
                    </a:gs>
                    <a:gs pos="1500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Arrus Blk BT" pitchFamily="18" charset="0"/>
              </a:rPr>
              <a:t>AISSCE TOPPERS - </a:t>
            </a:r>
            <a:r>
              <a:rPr lang="en-US" sz="2800" dirty="0" smtClean="0">
                <a:gradFill flip="none" rotWithShape="1">
                  <a:gsLst>
                    <a:gs pos="0">
                      <a:srgbClr val="FFFF00"/>
                    </a:gs>
                    <a:gs pos="59000">
                      <a:srgbClr val="000000"/>
                    </a:gs>
                    <a:gs pos="1500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Arrus Blk BT" pitchFamily="18" charset="0"/>
              </a:rPr>
              <a:t>2021</a:t>
            </a:r>
            <a:endParaRPr lang="en-US" sz="2800" dirty="0">
              <a:gradFill flip="none" rotWithShape="1">
                <a:gsLst>
                  <a:gs pos="0">
                    <a:srgbClr val="FFFF00"/>
                  </a:gs>
                  <a:gs pos="59000">
                    <a:srgbClr val="000000"/>
                  </a:gs>
                  <a:gs pos="1500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l="50000" t="50000" r="50000" b="50000"/>
                </a:path>
                <a:tileRect/>
              </a:gradFill>
              <a:latin typeface="Arrus Blk BT" pitchFamily="18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75042" y="2727801"/>
            <a:ext cx="1188720" cy="640080"/>
          </a:xfrm>
          <a:prstGeom prst="roundRect">
            <a:avLst/>
          </a:prstGeom>
          <a:gradFill flip="none" rotWithShape="1">
            <a:gsLst>
              <a:gs pos="100000">
                <a:srgbClr val="FFFF00"/>
              </a:gs>
              <a:gs pos="57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99.4%</a:t>
            </a:r>
          </a:p>
          <a:p>
            <a:pPr algn="ctr"/>
            <a:r>
              <a:rPr lang="en-US" sz="1400" b="1" dirty="0" smtClean="0"/>
              <a:t>DEV </a:t>
            </a:r>
            <a:r>
              <a:rPr lang="en-US" sz="1400" b="1" dirty="0"/>
              <a:t>ISHAAN AGARWAL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361" y="1234281"/>
            <a:ext cx="2057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FF0000"/>
                </a:solidFill>
                <a:latin typeface="Cambria" pitchFamily="18" charset="0"/>
              </a:rPr>
              <a:t>HUMANITIES TOPPER</a:t>
            </a:r>
            <a:endParaRPr lang="en-US" sz="1400" b="1" dirty="0">
              <a:solidFill>
                <a:srgbClr val="FF0000"/>
              </a:solidFill>
              <a:latin typeface="Cambria" pitchFamily="18" charset="0"/>
            </a:endParaRPr>
          </a:p>
        </p:txBody>
      </p:sp>
      <p:pic>
        <p:nvPicPr>
          <p:cNvPr id="6147" name="Picture 3" descr="C:\Users\admin\Desktop\2020 xii\DEV ISHAAN AGARWAL_201911054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46" y="1497165"/>
            <a:ext cx="1184916" cy="1184916"/>
          </a:xfrm>
          <a:prstGeom prst="roundRect">
            <a:avLst>
              <a:gd name="adj" fmla="val 16667"/>
            </a:avLst>
          </a:prstGeom>
          <a:ln>
            <a:solidFill>
              <a:srgbClr val="FF99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24"/>
          <p:cNvGrpSpPr/>
          <p:nvPr/>
        </p:nvGrpSpPr>
        <p:grpSpPr>
          <a:xfrm>
            <a:off x="-1" y="-15399"/>
            <a:ext cx="8138160" cy="716280"/>
            <a:chOff x="-1" y="-15399"/>
            <a:chExt cx="8138160" cy="716280"/>
          </a:xfrm>
          <a:gradFill>
            <a:gsLst>
              <a:gs pos="0">
                <a:srgbClr val="92D050"/>
              </a:gs>
              <a:gs pos="100000">
                <a:schemeClr val="bg1">
                  <a:alpha val="14000"/>
                </a:schemeClr>
              </a:gs>
            </a:gsLst>
            <a:lin ang="5400000" scaled="0"/>
          </a:gradFill>
        </p:grpSpPr>
        <p:sp>
          <p:nvSpPr>
            <p:cNvPr id="28" name="TextBox 27"/>
            <p:cNvSpPr txBox="1"/>
            <p:nvPr/>
          </p:nvSpPr>
          <p:spPr>
            <a:xfrm>
              <a:off x="-1" y="-15399"/>
              <a:ext cx="8138160" cy="6400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Cambria" pitchFamily="18" charset="0"/>
                </a:rPr>
                <a:t>DELHI </a:t>
              </a:r>
              <a:r>
                <a:rPr lang="en-US" sz="2900" b="1" dirty="0">
                  <a:latin typeface="Cambria" pitchFamily="18" charset="0"/>
                </a:rPr>
                <a:t>PUBLIC</a:t>
              </a:r>
              <a:r>
                <a:rPr lang="en-US" sz="2800" b="1" dirty="0">
                  <a:latin typeface="Cambria" pitchFamily="18" charset="0"/>
                </a:rPr>
                <a:t> SCHOOL AGRA</a:t>
              </a:r>
            </a:p>
          </p:txBody>
        </p:sp>
        <p:pic>
          <p:nvPicPr>
            <p:cNvPr id="29" name="Picture 2" descr="\\SEILDPS2\atproffdata\khushbant singh\dps PNG logo - Copy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84" y="91281"/>
              <a:ext cx="460878" cy="570384"/>
            </a:xfrm>
            <a:prstGeom prst="rect">
              <a:avLst/>
            </a:prstGeom>
            <a:grpFill/>
            <a:extLst/>
          </p:spPr>
        </p:pic>
        <p:sp>
          <p:nvSpPr>
            <p:cNvPr id="30" name="TextBox 29"/>
            <p:cNvSpPr txBox="1"/>
            <p:nvPr/>
          </p:nvSpPr>
          <p:spPr>
            <a:xfrm>
              <a:off x="0" y="470049"/>
              <a:ext cx="8137525" cy="2308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Arial" pitchFamily="34" charset="0"/>
                  <a:cs typeface="Arial" pitchFamily="34" charset="0"/>
                </a:rPr>
                <a:t>(Under the aegis of The Delhi Public School Society, East of Kailash, New </a:t>
              </a:r>
              <a:r>
                <a:rPr lang="en-US" sz="900" b="1" dirty="0" smtClean="0">
                  <a:latin typeface="Arial" pitchFamily="34" charset="0"/>
                  <a:cs typeface="Arial" pitchFamily="34" charset="0"/>
                </a:rPr>
                <a:t>Delhi)</a:t>
              </a:r>
              <a:endParaRPr lang="en-US" sz="900" b="1" dirty="0"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31" name="Picture 2" descr="C:\Users\admin\Downloads\unnamed (2)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016" y="25462"/>
            <a:ext cx="1523999" cy="62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/>
          <p:cNvSpPr txBox="1"/>
          <p:nvPr/>
        </p:nvSpPr>
        <p:spPr>
          <a:xfrm>
            <a:off x="6765213" y="54297"/>
            <a:ext cx="11897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latin typeface="Cambria" pitchFamily="18" charset="0"/>
              </a:rPr>
              <a:t>GRADE-XII</a:t>
            </a:r>
          </a:p>
          <a:p>
            <a:pPr algn="ctr"/>
            <a:r>
              <a:rPr lang="en-US" b="1" dirty="0" smtClean="0">
                <a:latin typeface="Cambria" pitchFamily="18" charset="0"/>
              </a:rPr>
              <a:t>2021</a:t>
            </a:r>
            <a:endParaRPr lang="en-US" b="1" dirty="0">
              <a:latin typeface="Cambria" pitchFamily="18" charset="0"/>
            </a:endParaRPr>
          </a:p>
        </p:txBody>
      </p:sp>
      <p:pic>
        <p:nvPicPr>
          <p:cNvPr id="2052" name="Picture 4" descr="C:\Users\admin\Downloads\—Pngtree—gold medal vector golden 1st_5205037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2" y="1615281"/>
            <a:ext cx="857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4525962" y="1234281"/>
            <a:ext cx="3352800" cy="2133600"/>
            <a:chOff x="2392362" y="1234281"/>
            <a:chExt cx="3352800" cy="2133600"/>
          </a:xfrm>
        </p:grpSpPr>
        <p:sp>
          <p:nvSpPr>
            <p:cNvPr id="26" name="Rounded Rectangle 25"/>
            <p:cNvSpPr/>
            <p:nvPr/>
          </p:nvSpPr>
          <p:spPr>
            <a:xfrm>
              <a:off x="3241956" y="2727801"/>
              <a:ext cx="1213503" cy="640080"/>
            </a:xfrm>
            <a:prstGeom prst="roundRect">
              <a:avLst/>
            </a:prstGeom>
            <a:gradFill flip="none" rotWithShape="1">
              <a:gsLst>
                <a:gs pos="100000">
                  <a:srgbClr val="FFFF00"/>
                </a:gs>
                <a:gs pos="57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97.6%</a:t>
              </a:r>
            </a:p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ASHI</a:t>
              </a:r>
            </a:p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JAIN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266739" y="1234281"/>
              <a:ext cx="24536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solidFill>
                    <a:srgbClr val="FF0000"/>
                  </a:solidFill>
                  <a:latin typeface="Cambria" pitchFamily="18" charset="0"/>
                </a:rPr>
                <a:t>COMMERCE TOPPER</a:t>
              </a:r>
              <a:endParaRPr lang="en-US" sz="1400" b="1" dirty="0">
                <a:solidFill>
                  <a:srgbClr val="FF0000"/>
                </a:solidFill>
                <a:latin typeface="Cambria" pitchFamily="18" charset="0"/>
              </a:endParaRPr>
            </a:p>
          </p:txBody>
        </p:sp>
        <p:pic>
          <p:nvPicPr>
            <p:cNvPr id="34" name="Picture 12" descr="C:\Users\admin\Desktop\2020 xii\ASHI  JAIN_2007000014.JPG"/>
            <p:cNvPicPr>
              <a:picLocks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6739" y="1493361"/>
              <a:ext cx="1188720" cy="1188720"/>
            </a:xfrm>
            <a:prstGeom prst="roundRect">
              <a:avLst>
                <a:gd name="adj" fmla="val 16667"/>
              </a:avLst>
            </a:prstGeom>
            <a:ln>
              <a:solidFill>
                <a:srgbClr val="FF99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0" descr="C:\Users\admin\Desktop\2020 xii\KHUSHI  TALWAR_2017090288.JPG"/>
            <p:cNvPicPr>
              <a:picLocks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31659" y="1493361"/>
              <a:ext cx="1188720" cy="1188720"/>
            </a:xfrm>
            <a:prstGeom prst="roundRect">
              <a:avLst>
                <a:gd name="adj" fmla="val 16667"/>
              </a:avLst>
            </a:prstGeom>
            <a:ln>
              <a:solidFill>
                <a:srgbClr val="FF99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Rounded Rectangle 38"/>
            <p:cNvSpPr/>
            <p:nvPr/>
          </p:nvSpPr>
          <p:spPr>
            <a:xfrm>
              <a:off x="4531659" y="2727801"/>
              <a:ext cx="1213503" cy="640080"/>
            </a:xfrm>
            <a:prstGeom prst="roundRect">
              <a:avLst/>
            </a:prstGeom>
            <a:gradFill flip="none" rotWithShape="1">
              <a:gsLst>
                <a:gs pos="100000">
                  <a:srgbClr val="FFFF00"/>
                </a:gs>
                <a:gs pos="57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97.6% KHUSHI  </a:t>
              </a:r>
              <a:r>
                <a:rPr lang="en-US" sz="1400" b="1" dirty="0" smtClean="0">
                  <a:solidFill>
                    <a:schemeClr val="tx1"/>
                  </a:solidFill>
                </a:rPr>
                <a:t>TALWAR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pic>
          <p:nvPicPr>
            <p:cNvPr id="40" name="Picture 4" descr="C:\Users\admin\Downloads\—Pngtree—gold medal vector golden 1st_5205037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2362" y="1660998"/>
              <a:ext cx="857250" cy="857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/>
          <p:cNvGrpSpPr/>
          <p:nvPr/>
        </p:nvGrpSpPr>
        <p:grpSpPr>
          <a:xfrm>
            <a:off x="2373312" y="1234281"/>
            <a:ext cx="2076450" cy="2133600"/>
            <a:chOff x="5954712" y="1234281"/>
            <a:chExt cx="2076450" cy="2133600"/>
          </a:xfrm>
        </p:grpSpPr>
        <p:sp>
          <p:nvSpPr>
            <p:cNvPr id="9" name="Rounded Rectangle 8"/>
            <p:cNvSpPr/>
            <p:nvPr/>
          </p:nvSpPr>
          <p:spPr>
            <a:xfrm>
              <a:off x="6819264" y="2727801"/>
              <a:ext cx="1211898" cy="640080"/>
            </a:xfrm>
            <a:prstGeom prst="roundRect">
              <a:avLst/>
            </a:prstGeom>
            <a:gradFill flip="none" rotWithShape="1">
              <a:gsLst>
                <a:gs pos="100000">
                  <a:srgbClr val="FFFF00"/>
                </a:gs>
                <a:gs pos="57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98.4% ADHYAN  </a:t>
              </a:r>
              <a:r>
                <a:rPr lang="en-US" sz="1400" b="1" dirty="0" smtClean="0"/>
                <a:t>BALUJA</a:t>
              </a:r>
              <a:endParaRPr lang="en-US" sz="1400" b="1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994084" y="1234281"/>
              <a:ext cx="20370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solidFill>
                    <a:srgbClr val="FF0000"/>
                  </a:solidFill>
                  <a:latin typeface="Cambria" pitchFamily="18" charset="0"/>
                </a:rPr>
                <a:t>SCIENCE TOPPER</a:t>
              </a:r>
              <a:endParaRPr lang="en-US" sz="1400" b="1" dirty="0">
                <a:solidFill>
                  <a:srgbClr val="FF0000"/>
                </a:solidFill>
                <a:latin typeface="Cambria" pitchFamily="18" charset="0"/>
              </a:endParaRPr>
            </a:p>
          </p:txBody>
        </p:sp>
        <p:pic>
          <p:nvPicPr>
            <p:cNvPr id="33" name="Picture 5" descr="C:\Users\admin\Desktop\2020 xii\ADHYAN  BALUJA_2016080234.JPG"/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2442" y="1493361"/>
              <a:ext cx="1188720" cy="1188720"/>
            </a:xfrm>
            <a:prstGeom prst="roundRect">
              <a:avLst>
                <a:gd name="adj" fmla="val 16667"/>
              </a:avLst>
            </a:prstGeom>
            <a:ln>
              <a:solidFill>
                <a:srgbClr val="FF99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4" descr="C:\Users\admin\Downloads\—Pngtree—gold medal vector golden 1st_5205037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4712" y="1660998"/>
              <a:ext cx="857250" cy="857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27634024"/>
      </p:ext>
    </p:extLst>
  </p:cSld>
  <p:clrMapOvr>
    <a:masterClrMapping/>
  </p:clrMapOvr>
  <p:transition spd="slow" advClick="0" advTm="15000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rved Up Ribbon 7"/>
          <p:cNvSpPr/>
          <p:nvPr/>
        </p:nvSpPr>
        <p:spPr>
          <a:xfrm>
            <a:off x="449261" y="2605881"/>
            <a:ext cx="7200902" cy="685800"/>
          </a:xfrm>
          <a:prstGeom prst="ellipseRibbon2">
            <a:avLst>
              <a:gd name="adj1" fmla="val 19501"/>
              <a:gd name="adj2" fmla="val 70782"/>
              <a:gd name="adj3" fmla="val 9195"/>
            </a:avLst>
          </a:prstGeom>
          <a:gradFill flip="none" rotWithShape="1">
            <a:gsLst>
              <a:gs pos="100000">
                <a:srgbClr val="FFFF00"/>
              </a:gs>
              <a:gs pos="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000" b="1" dirty="0" smtClean="0">
                <a:solidFill>
                  <a:srgbClr val="FFC000"/>
                </a:solidFill>
              </a:rPr>
              <a:t>SUBJECT TOPPERS</a:t>
            </a:r>
            <a:endParaRPr lang="en-US" sz="5000" b="1" dirty="0">
              <a:solidFill>
                <a:srgbClr val="FFC000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14119"/>
              </p:ext>
            </p:extLst>
          </p:nvPr>
        </p:nvGraphicFramePr>
        <p:xfrm>
          <a:off x="182562" y="752620"/>
          <a:ext cx="7772400" cy="473637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412120"/>
                <a:gridCol w="890194"/>
                <a:gridCol w="5470086"/>
              </a:tblGrid>
              <a:tr h="321036">
                <a:tc>
                  <a:txBody>
                    <a:bodyPr/>
                    <a:lstStyle/>
                    <a:p>
                      <a:pPr algn="ctr"/>
                      <a:r>
                        <a:rPr lang="en-US" sz="1200" u="sng" dirty="0" smtClean="0"/>
                        <a:t>SUBJECT</a:t>
                      </a:r>
                      <a:endParaRPr lang="en-US" sz="12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sng" dirty="0" smtClean="0"/>
                        <a:t>MARKS</a:t>
                      </a:r>
                      <a:endParaRPr lang="en-US" sz="12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sng" dirty="0" smtClean="0"/>
                        <a:t>STUDENT NAME</a:t>
                      </a:r>
                      <a:endParaRPr lang="en-US" sz="1200" b="1" u="sng" dirty="0"/>
                    </a:p>
                  </a:txBody>
                  <a:tcPr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ECONOMICS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Dev Ishaan Agarwal</a:t>
                      </a:r>
                    </a:p>
                  </a:txBody>
                  <a:tcPr marL="9525" marR="9525" marT="9525" marB="0" anchor="ctr"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HISTORY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Dev Ishaan Agarwal</a:t>
                      </a:r>
                    </a:p>
                  </a:txBody>
                  <a:tcPr marL="9525" marR="9525" marT="9525" marB="0" anchor="ctr"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MATHS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Dev Ishaan Agarwal</a:t>
                      </a:r>
                    </a:p>
                  </a:txBody>
                  <a:tcPr marL="9525" marR="9525" marT="9525" marB="0" anchor="ctr"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PAINTING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Rishin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Khandelwal, Vishakha</a:t>
                      </a:r>
                    </a:p>
                  </a:txBody>
                  <a:tcPr marL="9525" marR="9525" marT="9525" marB="0" anchor="ctr"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PHYSICAL EDUCATION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Milind Shekhar Singh</a:t>
                      </a:r>
                    </a:p>
                  </a:txBody>
                  <a:tcPr marL="9525" marR="9525" marT="9525" marB="0" anchor="ctr"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ACCOUNTS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Riddhi Jain, Samrat Krishna Arora</a:t>
                      </a:r>
                    </a:p>
                  </a:txBody>
                  <a:tcPr marL="9525" marR="9525" marT="9525" marB="0" anchor="ctr"/>
                </a:tc>
              </a:tr>
              <a:tr h="28017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BIOLOGY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Saadgi Chaturvedi, Siya Jolly, Anisha Agarwal</a:t>
                      </a:r>
                    </a:p>
                  </a:txBody>
                  <a:tcPr marL="9525" marR="9525" marT="9525" marB="0" anchor="ctr"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BIOTECH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Isha Luthra</a:t>
                      </a:r>
                    </a:p>
                  </a:txBody>
                  <a:tcPr marL="9525" marR="9525" marT="9525" marB="0" anchor="ctr"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BUSINESS STUDIES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Samrat Krishna Arora, Ashi Jain, Navya Sachdeva, Kashish Garg, Krati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Agarwal,</a:t>
                      </a:r>
                    </a:p>
                    <a:p>
                      <a:pPr algn="l" rtl="0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Khushi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Talwar, Yashika Singh, Kshitiz Krishna Goyal</a:t>
                      </a:r>
                    </a:p>
                  </a:txBody>
                  <a:tcPr marL="9525" marR="9525" marT="9525" marB="0" anchor="ctr"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CHEMISTRY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Dhritee Bakshi, Nirjhara Kaushik</a:t>
                      </a:r>
                    </a:p>
                  </a:txBody>
                  <a:tcPr marL="9525" marR="9525" marT="9525" marB="0" anchor="ctr"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COMPUTER  SCIENCE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Mehul Kasliwal</a:t>
                      </a:r>
                    </a:p>
                  </a:txBody>
                  <a:tcPr marL="9525" marR="9525" marT="9525" marB="0" anchor="ctr"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ENGLISH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Tejaswani Saini, Adhyan Baluja, Yukti Arora</a:t>
                      </a:r>
                    </a:p>
                  </a:txBody>
                  <a:tcPr marL="9525" marR="9525" marT="9525" marB="0" anchor="ctr"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ENTREPRENEURSHIP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Yashika Singh</a:t>
                      </a:r>
                    </a:p>
                  </a:txBody>
                  <a:tcPr marL="9525" marR="9525" marT="9525" marB="0" anchor="ctr"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GEOGRAPHY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Ronit Kumar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Singh, Anshika Yadav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PHYSICS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Divyansh Jain, Arpit Garg</a:t>
                      </a:r>
                    </a:p>
                  </a:txBody>
                  <a:tcPr marL="9525" marR="9525" marT="9525" marB="0" anchor="ctr"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POLITICAL SCIENCE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Dev Ishaan Agarwal, Tejaswani Saini, Ishita, Milind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Shekhar Singh,</a:t>
                      </a:r>
                    </a:p>
                    <a:p>
                      <a:pPr algn="l" rtl="0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Yashovardhan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Vashishtha,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Diaa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Bansal</a:t>
                      </a:r>
                    </a:p>
                  </a:txBody>
                  <a:tcPr marL="9525" marR="9525" marT="9525" marB="0" anchor="ctr"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LEGAL STUDIES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Avi Kapoor, Tanmay Doneria,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Sanaah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Mehra</a:t>
                      </a:r>
                    </a:p>
                  </a:txBody>
                  <a:tcPr marL="9525" marR="9525" marT="9525" marB="0" anchor="ctr"/>
                </a:tc>
              </a:tr>
              <a:tr h="225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PSYCHOLOGY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Tejaswani Saini, Ishita 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-1" y="-15399"/>
            <a:ext cx="8138160" cy="716280"/>
            <a:chOff x="-1" y="-15399"/>
            <a:chExt cx="8138160" cy="716280"/>
          </a:xfrm>
          <a:gradFill>
            <a:gsLst>
              <a:gs pos="0">
                <a:srgbClr val="92D050"/>
              </a:gs>
              <a:gs pos="100000">
                <a:schemeClr val="bg1">
                  <a:alpha val="14000"/>
                </a:schemeClr>
              </a:gs>
            </a:gsLst>
            <a:lin ang="5400000" scaled="0"/>
          </a:gradFill>
        </p:grpSpPr>
        <p:sp>
          <p:nvSpPr>
            <p:cNvPr id="16" name="TextBox 15"/>
            <p:cNvSpPr txBox="1"/>
            <p:nvPr/>
          </p:nvSpPr>
          <p:spPr>
            <a:xfrm>
              <a:off x="-1" y="-15399"/>
              <a:ext cx="8138160" cy="6400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Cambria" pitchFamily="18" charset="0"/>
                </a:rPr>
                <a:t>DELHI </a:t>
              </a:r>
              <a:r>
                <a:rPr lang="en-US" sz="2900" b="1" dirty="0">
                  <a:latin typeface="Cambria" pitchFamily="18" charset="0"/>
                </a:rPr>
                <a:t>PUBLIC</a:t>
              </a:r>
              <a:r>
                <a:rPr lang="en-US" sz="2800" b="1" dirty="0">
                  <a:latin typeface="Cambria" pitchFamily="18" charset="0"/>
                </a:rPr>
                <a:t> SCHOOL AGRA</a:t>
              </a:r>
            </a:p>
          </p:txBody>
        </p:sp>
        <p:pic>
          <p:nvPicPr>
            <p:cNvPr id="17" name="Picture 2" descr="\\SEILDPS2\atproffdata\khushbant singh\dps PNG logo - Copy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84" y="91281"/>
              <a:ext cx="460878" cy="570384"/>
            </a:xfrm>
            <a:prstGeom prst="rect">
              <a:avLst/>
            </a:prstGeom>
            <a:grpFill/>
            <a:extLst/>
          </p:spPr>
        </p:pic>
        <p:sp>
          <p:nvSpPr>
            <p:cNvPr id="18" name="TextBox 17"/>
            <p:cNvSpPr txBox="1"/>
            <p:nvPr/>
          </p:nvSpPr>
          <p:spPr>
            <a:xfrm>
              <a:off x="0" y="470049"/>
              <a:ext cx="8137525" cy="2308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Arial" pitchFamily="34" charset="0"/>
                  <a:cs typeface="Arial" pitchFamily="34" charset="0"/>
                </a:rPr>
                <a:t>(Under the aegis of The Delhi Public School Society, East of Kailash, New </a:t>
              </a:r>
              <a:r>
                <a:rPr lang="en-US" sz="900" b="1" dirty="0" smtClean="0">
                  <a:latin typeface="Arial" pitchFamily="34" charset="0"/>
                  <a:cs typeface="Arial" pitchFamily="34" charset="0"/>
                </a:rPr>
                <a:t>Delhi)</a:t>
              </a:r>
              <a:endParaRPr lang="en-US" sz="900" b="1" dirty="0"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19" name="Picture 2" descr="C:\Users\admin\Downloads\unnamed (2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016" y="25462"/>
            <a:ext cx="1523999" cy="62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6765213" y="54297"/>
            <a:ext cx="11897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latin typeface="Cambria" pitchFamily="18" charset="0"/>
              </a:rPr>
              <a:t>GRADE-XII</a:t>
            </a:r>
          </a:p>
          <a:p>
            <a:pPr algn="ctr"/>
            <a:r>
              <a:rPr lang="en-US" b="1" dirty="0" smtClean="0">
                <a:latin typeface="Cambria" pitchFamily="18" charset="0"/>
              </a:rPr>
              <a:t>2021</a:t>
            </a:r>
            <a:endParaRPr lang="en-US" b="1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5560"/>
      </p:ext>
    </p:extLst>
  </p:cSld>
  <p:clrMapOvr>
    <a:masterClrMapping/>
  </p:clrMapOvr>
  <p:transition spd="slow" advClick="0" advTm="15000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l="-34000" r="-3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>
            <a:spLocks noChangeAspect="1"/>
          </p:cNvSpPr>
          <p:nvPr/>
        </p:nvSpPr>
        <p:spPr>
          <a:xfrm>
            <a:off x="182562" y="1393077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>
            <a:spLocks noChangeAspect="1"/>
          </p:cNvSpPr>
          <p:nvPr/>
        </p:nvSpPr>
        <p:spPr>
          <a:xfrm>
            <a:off x="182562" y="2224881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99.4% </a:t>
            </a:r>
          </a:p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DEV </a:t>
            </a:r>
            <a:r>
              <a:rPr lang="en-US" sz="650" b="1" dirty="0">
                <a:solidFill>
                  <a:schemeClr val="tx1"/>
                </a:solidFill>
              </a:rPr>
              <a:t>ISHAAN AGARWAL (HUMANITIES)</a:t>
            </a:r>
          </a:p>
        </p:txBody>
      </p:sp>
      <p:sp>
        <p:nvSpPr>
          <p:cNvPr id="37" name="Rectangle 36"/>
          <p:cNvSpPr>
            <a:spLocks noChangeAspect="1"/>
          </p:cNvSpPr>
          <p:nvPr/>
        </p:nvSpPr>
        <p:spPr>
          <a:xfrm>
            <a:off x="2806890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>
            <a:spLocks noChangeAspect="1"/>
          </p:cNvSpPr>
          <p:nvPr/>
        </p:nvSpPr>
        <p:spPr>
          <a:xfrm>
            <a:off x="2806890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98.4% </a:t>
            </a:r>
            <a:r>
              <a:rPr lang="en-US" sz="700" b="1" dirty="0">
                <a:solidFill>
                  <a:schemeClr val="tx1"/>
                </a:solidFill>
              </a:rPr>
              <a:t>MILIND SHEKHAR SINGH (HUMANITIES)</a:t>
            </a:r>
          </a:p>
        </p:txBody>
      </p:sp>
      <p:sp>
        <p:nvSpPr>
          <p:cNvPr id="40" name="Rectangle 39"/>
          <p:cNvSpPr>
            <a:spLocks noChangeAspect="1"/>
          </p:cNvSpPr>
          <p:nvPr/>
        </p:nvSpPr>
        <p:spPr>
          <a:xfrm>
            <a:off x="1935162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>
            <a:spLocks noChangeAspect="1"/>
          </p:cNvSpPr>
          <p:nvPr/>
        </p:nvSpPr>
        <p:spPr>
          <a:xfrm>
            <a:off x="1935162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98.4% ADHYAN  BALUJA </a:t>
            </a:r>
            <a:r>
              <a:rPr lang="en-US" sz="700" b="1" dirty="0">
                <a:solidFill>
                  <a:schemeClr val="tx1"/>
                </a:solidFill>
              </a:rPr>
              <a:t>(SCIENCE)</a:t>
            </a:r>
          </a:p>
        </p:txBody>
      </p:sp>
      <p:sp>
        <p:nvSpPr>
          <p:cNvPr id="43" name="Rectangle 42"/>
          <p:cNvSpPr>
            <a:spLocks noChangeAspect="1"/>
          </p:cNvSpPr>
          <p:nvPr/>
        </p:nvSpPr>
        <p:spPr>
          <a:xfrm>
            <a:off x="1054290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>
            <a:spLocks noChangeAspect="1"/>
          </p:cNvSpPr>
          <p:nvPr/>
        </p:nvSpPr>
        <p:spPr>
          <a:xfrm>
            <a:off x="1054290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98.8% </a:t>
            </a:r>
            <a:r>
              <a:rPr lang="en-US" sz="650" b="1" dirty="0">
                <a:solidFill>
                  <a:schemeClr val="tx1"/>
                </a:solidFill>
              </a:rPr>
              <a:t>TEJASWANI </a:t>
            </a:r>
            <a:r>
              <a:rPr lang="en-US" sz="650" b="1" dirty="0" smtClean="0">
                <a:solidFill>
                  <a:schemeClr val="tx1"/>
                </a:solidFill>
              </a:rPr>
              <a:t>SAINI </a:t>
            </a:r>
            <a:r>
              <a:rPr lang="en-US" sz="650" b="1" dirty="0">
                <a:solidFill>
                  <a:schemeClr val="tx1"/>
                </a:solidFill>
              </a:rPr>
              <a:t>(HUMANITIES)</a:t>
            </a:r>
          </a:p>
        </p:txBody>
      </p:sp>
      <p:sp>
        <p:nvSpPr>
          <p:cNvPr id="46" name="Rectangle 45"/>
          <p:cNvSpPr>
            <a:spLocks noChangeAspect="1"/>
          </p:cNvSpPr>
          <p:nvPr/>
        </p:nvSpPr>
        <p:spPr>
          <a:xfrm>
            <a:off x="1944306" y="2758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>
            <a:spLocks noChangeAspect="1"/>
          </p:cNvSpPr>
          <p:nvPr/>
        </p:nvSpPr>
        <p:spPr>
          <a:xfrm>
            <a:off x="1944306" y="3590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97.4%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RIDDHI  </a:t>
            </a:r>
            <a:r>
              <a:rPr lang="en-US" sz="700" b="1" dirty="0">
                <a:solidFill>
                  <a:schemeClr val="tx1"/>
                </a:solidFill>
              </a:rPr>
              <a:t>JAIN (COMMERCE)</a:t>
            </a:r>
          </a:p>
        </p:txBody>
      </p:sp>
      <p:sp>
        <p:nvSpPr>
          <p:cNvPr id="49" name="Rectangle 48"/>
          <p:cNvSpPr>
            <a:spLocks noChangeAspect="1"/>
          </p:cNvSpPr>
          <p:nvPr/>
        </p:nvSpPr>
        <p:spPr>
          <a:xfrm>
            <a:off x="7192962" y="13950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>
            <a:spLocks noChangeAspect="1"/>
          </p:cNvSpPr>
          <p:nvPr/>
        </p:nvSpPr>
        <p:spPr>
          <a:xfrm>
            <a:off x="7192962" y="22268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97.6%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 </a:t>
            </a:r>
            <a:r>
              <a:rPr lang="en-US" sz="700" b="1" dirty="0">
                <a:solidFill>
                  <a:schemeClr val="tx1"/>
                </a:solidFill>
              </a:rPr>
              <a:t>ISHITA   (HUMANITIES)</a:t>
            </a:r>
          </a:p>
        </p:txBody>
      </p:sp>
      <p:sp>
        <p:nvSpPr>
          <p:cNvPr id="52" name="Rectangle 51"/>
          <p:cNvSpPr>
            <a:spLocks noChangeAspect="1"/>
          </p:cNvSpPr>
          <p:nvPr/>
        </p:nvSpPr>
        <p:spPr>
          <a:xfrm>
            <a:off x="3687762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>
            <a:spLocks noChangeAspect="1"/>
          </p:cNvSpPr>
          <p:nvPr/>
        </p:nvSpPr>
        <p:spPr>
          <a:xfrm>
            <a:off x="3687762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97.6%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ARPIT  </a:t>
            </a:r>
            <a:r>
              <a:rPr lang="en-US" sz="700" b="1" dirty="0">
                <a:solidFill>
                  <a:schemeClr val="tx1"/>
                </a:solidFill>
              </a:rPr>
              <a:t>GARG (SCIENCE)</a:t>
            </a:r>
          </a:p>
        </p:txBody>
      </p:sp>
      <p:sp>
        <p:nvSpPr>
          <p:cNvPr id="55" name="Rectangle 54"/>
          <p:cNvSpPr>
            <a:spLocks noChangeAspect="1"/>
          </p:cNvSpPr>
          <p:nvPr/>
        </p:nvSpPr>
        <p:spPr>
          <a:xfrm>
            <a:off x="5440362" y="13950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>
            <a:spLocks noChangeAspect="1"/>
          </p:cNvSpPr>
          <p:nvPr/>
        </p:nvSpPr>
        <p:spPr>
          <a:xfrm>
            <a:off x="5440362" y="22268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97.6% KHUSHI  TALWAR (COMMERCE)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0" y="711061"/>
            <a:ext cx="8138159" cy="523220"/>
          </a:xfrm>
          <a:prstGeom prst="rect">
            <a:avLst/>
          </a:prstGeom>
          <a:gradFill flip="none" rotWithShape="1">
            <a:gsLst>
              <a:gs pos="67000">
                <a:schemeClr val="bg1"/>
              </a:gs>
              <a:gs pos="100000">
                <a:srgbClr val="92D050"/>
              </a:gs>
            </a:gsLst>
            <a:path path="rect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gradFill flip="none" rotWithShape="1">
                  <a:gsLst>
                    <a:gs pos="52000">
                      <a:schemeClr val="tx1"/>
                    </a:gs>
                    <a:gs pos="0">
                      <a:srgbClr val="FFC000"/>
                    </a:gs>
                    <a:gs pos="100000">
                      <a:schemeClr val="tx1"/>
                    </a:gs>
                  </a:gsLst>
                  <a:path path="rect">
                    <a:fillToRect l="50000" t="50000" r="50000" b="50000"/>
                  </a:path>
                  <a:tileRect/>
                </a:gradFill>
                <a:latin typeface="Helvetica" pitchFamily="34" charset="0"/>
              </a:rPr>
              <a:t>TOP STUDENTS SECURING 90% AND ABOVE</a:t>
            </a:r>
            <a:endParaRPr lang="en-US" sz="2800" b="1" dirty="0">
              <a:gradFill flip="none" rotWithShape="1">
                <a:gsLst>
                  <a:gs pos="52000">
                    <a:schemeClr val="tx1"/>
                  </a:gs>
                  <a:gs pos="0">
                    <a:srgbClr val="FFC000"/>
                  </a:gs>
                  <a:gs pos="100000">
                    <a:schemeClr val="tx1"/>
                  </a:gs>
                </a:gsLst>
                <a:path path="rect">
                  <a:fillToRect l="50000" t="50000" r="50000" b="50000"/>
                </a:path>
                <a:tileRect/>
              </a:gradFill>
              <a:latin typeface="Helvetica" pitchFamily="34" charset="0"/>
            </a:endParaRPr>
          </a:p>
        </p:txBody>
      </p:sp>
      <p:grpSp>
        <p:nvGrpSpPr>
          <p:cNvPr id="115" name="Group 114"/>
          <p:cNvGrpSpPr/>
          <p:nvPr/>
        </p:nvGrpSpPr>
        <p:grpSpPr>
          <a:xfrm>
            <a:off x="-1" y="-15399"/>
            <a:ext cx="8138160" cy="642312"/>
            <a:chOff x="-1" y="-15399"/>
            <a:chExt cx="8138160" cy="642312"/>
          </a:xfrm>
        </p:grpSpPr>
        <p:sp>
          <p:nvSpPr>
            <p:cNvPr id="118" name="TextBox 117"/>
            <p:cNvSpPr txBox="1"/>
            <p:nvPr/>
          </p:nvSpPr>
          <p:spPr>
            <a:xfrm>
              <a:off x="-1" y="-15399"/>
              <a:ext cx="8138160" cy="640080"/>
            </a:xfrm>
            <a:prstGeom prst="rect">
              <a:avLst/>
            </a:prstGeom>
            <a:gradFill>
              <a:gsLst>
                <a:gs pos="0">
                  <a:srgbClr val="92D050"/>
                </a:gs>
                <a:gs pos="72000">
                  <a:srgbClr val="D4FB8F"/>
                </a:gs>
                <a:gs pos="100000">
                  <a:srgbClr val="FFCC00">
                    <a:alpha val="99000"/>
                  </a:srgb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Cambria" pitchFamily="18" charset="0"/>
                </a:rPr>
                <a:t>DELHI </a:t>
              </a:r>
              <a:r>
                <a:rPr lang="en-US" sz="2900" b="1" dirty="0">
                  <a:latin typeface="Cambria" pitchFamily="18" charset="0"/>
                </a:rPr>
                <a:t>PUBLIC</a:t>
              </a:r>
              <a:r>
                <a:rPr lang="en-US" sz="2800" b="1" dirty="0">
                  <a:latin typeface="Cambria" pitchFamily="18" charset="0"/>
                </a:rPr>
                <a:t> SCHOOL AGRA</a:t>
              </a:r>
            </a:p>
          </p:txBody>
        </p:sp>
        <p:pic>
          <p:nvPicPr>
            <p:cNvPr id="119" name="Picture 2" descr="\\SEILDPS2\atproffdata\khushbant singh\dps PNG logo - Copy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84" y="54297"/>
              <a:ext cx="460878" cy="570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0" name="TextBox 119"/>
            <p:cNvSpPr txBox="1"/>
            <p:nvPr/>
          </p:nvSpPr>
          <p:spPr>
            <a:xfrm>
              <a:off x="0" y="396081"/>
              <a:ext cx="81375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Arial" pitchFamily="34" charset="0"/>
                  <a:cs typeface="Arial" pitchFamily="34" charset="0"/>
                </a:rPr>
                <a:t>(Under the aegis of The Delhi Public School Society, East of Kailash, New </a:t>
              </a:r>
              <a:r>
                <a:rPr lang="en-US" sz="900" b="1" dirty="0" smtClean="0">
                  <a:latin typeface="Arial" pitchFamily="34" charset="0"/>
                  <a:cs typeface="Arial" pitchFamily="34" charset="0"/>
                </a:rPr>
                <a:t>Delhi)</a:t>
              </a:r>
              <a:endParaRPr lang="en-US" sz="900" b="1" dirty="0"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116" name="Picture 2" descr="C:\Users\admin\Downloads\unnamed (2)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016" y="25462"/>
            <a:ext cx="1523999" cy="62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TextBox 116"/>
          <p:cNvSpPr txBox="1"/>
          <p:nvPr/>
        </p:nvSpPr>
        <p:spPr>
          <a:xfrm>
            <a:off x="6765213" y="54297"/>
            <a:ext cx="11897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latin typeface="Cambria" pitchFamily="18" charset="0"/>
              </a:rPr>
              <a:t>GRADE-XII</a:t>
            </a:r>
          </a:p>
          <a:p>
            <a:pPr algn="ctr"/>
            <a:r>
              <a:rPr lang="en-US" b="1" dirty="0" smtClean="0">
                <a:latin typeface="Cambria" pitchFamily="18" charset="0"/>
              </a:rPr>
              <a:t>2021</a:t>
            </a:r>
            <a:endParaRPr lang="en-US" b="1" dirty="0">
              <a:latin typeface="Cambria" pitchFamily="18" charset="0"/>
            </a:endParaRPr>
          </a:p>
        </p:txBody>
      </p:sp>
      <p:sp>
        <p:nvSpPr>
          <p:cNvPr id="91" name="Rectangle 90"/>
          <p:cNvSpPr>
            <a:spLocks noChangeAspect="1"/>
          </p:cNvSpPr>
          <p:nvPr/>
        </p:nvSpPr>
        <p:spPr>
          <a:xfrm>
            <a:off x="6312090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>
            <a:spLocks noChangeAspect="1"/>
          </p:cNvSpPr>
          <p:nvPr/>
        </p:nvSpPr>
        <p:spPr>
          <a:xfrm>
            <a:off x="6312090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97.6%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AVI  </a:t>
            </a:r>
            <a:r>
              <a:rPr lang="en-US" sz="700" b="1" dirty="0">
                <a:solidFill>
                  <a:schemeClr val="tx1"/>
                </a:solidFill>
              </a:rPr>
              <a:t>KAPOOR (HUMANITIES)</a:t>
            </a:r>
          </a:p>
        </p:txBody>
      </p:sp>
      <p:sp>
        <p:nvSpPr>
          <p:cNvPr id="93" name="Rectangle 92"/>
          <p:cNvSpPr>
            <a:spLocks noChangeAspect="1"/>
          </p:cNvSpPr>
          <p:nvPr/>
        </p:nvSpPr>
        <p:spPr>
          <a:xfrm>
            <a:off x="4559490" y="13950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>
            <a:spLocks noChangeAspect="1"/>
          </p:cNvSpPr>
          <p:nvPr/>
        </p:nvSpPr>
        <p:spPr>
          <a:xfrm>
            <a:off x="4559490" y="22268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97.6%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ASHI  </a:t>
            </a:r>
            <a:r>
              <a:rPr lang="en-US" sz="700" b="1" dirty="0">
                <a:solidFill>
                  <a:schemeClr val="tx1"/>
                </a:solidFill>
              </a:rPr>
              <a:t>JAIN (COMMERCE)</a:t>
            </a:r>
          </a:p>
        </p:txBody>
      </p:sp>
      <p:sp>
        <p:nvSpPr>
          <p:cNvPr id="95" name="Rectangle 94"/>
          <p:cNvSpPr>
            <a:spLocks noChangeAspect="1"/>
          </p:cNvSpPr>
          <p:nvPr/>
        </p:nvSpPr>
        <p:spPr>
          <a:xfrm>
            <a:off x="1051242" y="2758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>
            <a:spLocks noChangeAspect="1"/>
          </p:cNvSpPr>
          <p:nvPr/>
        </p:nvSpPr>
        <p:spPr>
          <a:xfrm>
            <a:off x="1051242" y="3590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97.4% </a:t>
            </a:r>
            <a:r>
              <a:rPr lang="en-US" sz="700" b="1" dirty="0">
                <a:solidFill>
                  <a:schemeClr val="tx1"/>
                </a:solidFill>
              </a:rPr>
              <a:t>YOGASHISH  SARIN (SCIENCE)</a:t>
            </a:r>
          </a:p>
        </p:txBody>
      </p:sp>
      <p:sp>
        <p:nvSpPr>
          <p:cNvPr id="97" name="Rectangle 96"/>
          <p:cNvSpPr>
            <a:spLocks noChangeAspect="1"/>
          </p:cNvSpPr>
          <p:nvPr/>
        </p:nvSpPr>
        <p:spPr>
          <a:xfrm>
            <a:off x="2816034" y="2758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>
            <a:spLocks noChangeAspect="1"/>
          </p:cNvSpPr>
          <p:nvPr/>
        </p:nvSpPr>
        <p:spPr>
          <a:xfrm>
            <a:off x="2816034" y="3590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97.2% </a:t>
            </a:r>
            <a:r>
              <a:rPr lang="en-US" sz="650" b="1" dirty="0">
                <a:solidFill>
                  <a:schemeClr val="tx1"/>
                </a:solidFill>
              </a:rPr>
              <a:t>HIMANSHU  GUPTA (SCIENCE)</a:t>
            </a:r>
          </a:p>
        </p:txBody>
      </p:sp>
      <p:sp>
        <p:nvSpPr>
          <p:cNvPr id="99" name="Rectangle 98"/>
          <p:cNvSpPr>
            <a:spLocks noChangeAspect="1"/>
          </p:cNvSpPr>
          <p:nvPr/>
        </p:nvSpPr>
        <p:spPr>
          <a:xfrm>
            <a:off x="182562" y="2758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>
            <a:spLocks noChangeAspect="1"/>
          </p:cNvSpPr>
          <p:nvPr/>
        </p:nvSpPr>
        <p:spPr>
          <a:xfrm>
            <a:off x="182562" y="3590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97.4%DHRITEE  </a:t>
            </a:r>
            <a:r>
              <a:rPr lang="en-US" sz="700" b="1" dirty="0">
                <a:solidFill>
                  <a:schemeClr val="tx1"/>
                </a:solidFill>
              </a:rPr>
              <a:t>BAKSHI (SCIENCE)</a:t>
            </a:r>
          </a:p>
        </p:txBody>
      </p:sp>
      <p:sp>
        <p:nvSpPr>
          <p:cNvPr id="101" name="Rectangle 100"/>
          <p:cNvSpPr>
            <a:spLocks noChangeAspect="1"/>
          </p:cNvSpPr>
          <p:nvPr/>
        </p:nvSpPr>
        <p:spPr>
          <a:xfrm>
            <a:off x="2849562" y="42060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>
            <a:spLocks noChangeAspect="1"/>
          </p:cNvSpPr>
          <p:nvPr/>
        </p:nvSpPr>
        <p:spPr>
          <a:xfrm>
            <a:off x="2849562" y="50378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>
                <a:solidFill>
                  <a:schemeClr val="tx1"/>
                </a:solidFill>
              </a:rPr>
              <a:t>96.6% YASHOVARDHAN  VASHISTHA (HUMANITIES)</a:t>
            </a:r>
          </a:p>
        </p:txBody>
      </p:sp>
      <p:sp>
        <p:nvSpPr>
          <p:cNvPr id="103" name="Rectangle 102"/>
          <p:cNvSpPr>
            <a:spLocks noChangeAspect="1"/>
          </p:cNvSpPr>
          <p:nvPr/>
        </p:nvSpPr>
        <p:spPr>
          <a:xfrm>
            <a:off x="1977834" y="42060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>
            <a:spLocks noChangeAspect="1"/>
          </p:cNvSpPr>
          <p:nvPr/>
        </p:nvSpPr>
        <p:spPr>
          <a:xfrm>
            <a:off x="1977834" y="50378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96.6%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SIYA  </a:t>
            </a:r>
            <a:r>
              <a:rPr lang="en-US" sz="700" b="1" dirty="0">
                <a:solidFill>
                  <a:schemeClr val="tx1"/>
                </a:solidFill>
              </a:rPr>
              <a:t>JOLLY (SCIENCE)</a:t>
            </a:r>
          </a:p>
        </p:txBody>
      </p:sp>
      <p:sp>
        <p:nvSpPr>
          <p:cNvPr id="105" name="Rectangle 104"/>
          <p:cNvSpPr>
            <a:spLocks noChangeAspect="1"/>
          </p:cNvSpPr>
          <p:nvPr/>
        </p:nvSpPr>
        <p:spPr>
          <a:xfrm>
            <a:off x="6321234" y="27666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>
            <a:spLocks noChangeAspect="1"/>
          </p:cNvSpPr>
          <p:nvPr/>
        </p:nvSpPr>
        <p:spPr>
          <a:xfrm>
            <a:off x="6321234" y="35984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96.8% </a:t>
            </a:r>
            <a:r>
              <a:rPr lang="en-US" sz="700" b="1" dirty="0">
                <a:solidFill>
                  <a:schemeClr val="tx1"/>
                </a:solidFill>
              </a:rPr>
              <a:t>KASHISH  GARG (COMMERCE)</a:t>
            </a:r>
          </a:p>
        </p:txBody>
      </p:sp>
      <p:sp>
        <p:nvSpPr>
          <p:cNvPr id="107" name="Rectangle 106"/>
          <p:cNvSpPr>
            <a:spLocks noChangeAspect="1"/>
          </p:cNvSpPr>
          <p:nvPr/>
        </p:nvSpPr>
        <p:spPr>
          <a:xfrm>
            <a:off x="7192962" y="2758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>
            <a:spLocks noChangeAspect="1"/>
          </p:cNvSpPr>
          <p:nvPr/>
        </p:nvSpPr>
        <p:spPr>
          <a:xfrm>
            <a:off x="7192962" y="3590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96.8% </a:t>
            </a:r>
            <a:r>
              <a:rPr lang="en-US" sz="650" b="1" dirty="0">
                <a:solidFill>
                  <a:schemeClr val="tx1"/>
                </a:solidFill>
              </a:rPr>
              <a:t>SAMRAT KRISHNA ARORA (COMMERCE)</a:t>
            </a:r>
          </a:p>
        </p:txBody>
      </p:sp>
      <p:sp>
        <p:nvSpPr>
          <p:cNvPr id="109" name="Rectangle 108"/>
          <p:cNvSpPr>
            <a:spLocks noChangeAspect="1"/>
          </p:cNvSpPr>
          <p:nvPr/>
        </p:nvSpPr>
        <p:spPr>
          <a:xfrm>
            <a:off x="4568634" y="2758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>
            <a:spLocks noChangeAspect="1"/>
          </p:cNvSpPr>
          <p:nvPr/>
        </p:nvSpPr>
        <p:spPr>
          <a:xfrm>
            <a:off x="4568634" y="3590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97%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ISHA  </a:t>
            </a:r>
            <a:r>
              <a:rPr lang="en-US" sz="700" b="1" dirty="0">
                <a:solidFill>
                  <a:schemeClr val="tx1"/>
                </a:solidFill>
              </a:rPr>
              <a:t>LUTHRA (SCIENCE)</a:t>
            </a:r>
          </a:p>
        </p:txBody>
      </p:sp>
      <p:sp>
        <p:nvSpPr>
          <p:cNvPr id="111" name="Rectangle 110"/>
          <p:cNvSpPr>
            <a:spLocks noChangeAspect="1"/>
          </p:cNvSpPr>
          <p:nvPr/>
        </p:nvSpPr>
        <p:spPr>
          <a:xfrm>
            <a:off x="3687762" y="2758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>
            <a:spLocks noChangeAspect="1"/>
          </p:cNvSpPr>
          <p:nvPr/>
        </p:nvSpPr>
        <p:spPr>
          <a:xfrm>
            <a:off x="3687762" y="3590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97%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DIVYANSH  </a:t>
            </a:r>
            <a:r>
              <a:rPr lang="en-US" sz="700" b="1" dirty="0">
                <a:solidFill>
                  <a:schemeClr val="tx1"/>
                </a:solidFill>
              </a:rPr>
              <a:t>JAIN (SCIENCE)</a:t>
            </a:r>
          </a:p>
        </p:txBody>
      </p:sp>
      <p:sp>
        <p:nvSpPr>
          <p:cNvPr id="121" name="Rectangle 120"/>
          <p:cNvSpPr>
            <a:spLocks noChangeAspect="1"/>
          </p:cNvSpPr>
          <p:nvPr/>
        </p:nvSpPr>
        <p:spPr>
          <a:xfrm>
            <a:off x="182562" y="42060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>
            <a:spLocks noChangeAspect="1"/>
          </p:cNvSpPr>
          <p:nvPr/>
        </p:nvSpPr>
        <p:spPr>
          <a:xfrm>
            <a:off x="182562" y="50378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96.8% </a:t>
            </a:r>
            <a:r>
              <a:rPr lang="en-US" sz="700" b="1" dirty="0">
                <a:solidFill>
                  <a:schemeClr val="tx1"/>
                </a:solidFill>
              </a:rPr>
              <a:t>YASHIKA  SINGH (COMMERCE)</a:t>
            </a:r>
          </a:p>
        </p:txBody>
      </p:sp>
      <p:sp>
        <p:nvSpPr>
          <p:cNvPr id="123" name="Rectangle 122"/>
          <p:cNvSpPr>
            <a:spLocks noChangeAspect="1"/>
          </p:cNvSpPr>
          <p:nvPr/>
        </p:nvSpPr>
        <p:spPr>
          <a:xfrm>
            <a:off x="3730434" y="42060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>
            <a:spLocks noChangeAspect="1"/>
          </p:cNvSpPr>
          <p:nvPr/>
        </p:nvSpPr>
        <p:spPr>
          <a:xfrm>
            <a:off x="3730434" y="50378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96.4% </a:t>
            </a:r>
            <a:r>
              <a:rPr lang="en-US" sz="700" b="1" dirty="0">
                <a:solidFill>
                  <a:schemeClr val="tx1"/>
                </a:solidFill>
              </a:rPr>
              <a:t>ANSHIKA  YADAV (HUMANITIES)</a:t>
            </a:r>
          </a:p>
        </p:txBody>
      </p:sp>
      <p:sp>
        <p:nvSpPr>
          <p:cNvPr id="125" name="Rectangle 124"/>
          <p:cNvSpPr>
            <a:spLocks noChangeAspect="1"/>
          </p:cNvSpPr>
          <p:nvPr/>
        </p:nvSpPr>
        <p:spPr>
          <a:xfrm>
            <a:off x="1063434" y="42060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>
            <a:spLocks noChangeAspect="1"/>
          </p:cNvSpPr>
          <p:nvPr/>
        </p:nvSpPr>
        <p:spPr>
          <a:xfrm>
            <a:off x="1063434" y="50378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96.6% </a:t>
            </a:r>
            <a:r>
              <a:rPr lang="en-US" sz="700" b="1" dirty="0">
                <a:solidFill>
                  <a:schemeClr val="tx1"/>
                </a:solidFill>
              </a:rPr>
              <a:t>MEHUL  KASLIWAL (SCIENCE)</a:t>
            </a:r>
          </a:p>
        </p:txBody>
      </p:sp>
      <p:sp>
        <p:nvSpPr>
          <p:cNvPr id="127" name="Rectangle 126"/>
          <p:cNvSpPr>
            <a:spLocks noChangeAspect="1"/>
          </p:cNvSpPr>
          <p:nvPr/>
        </p:nvSpPr>
        <p:spPr>
          <a:xfrm>
            <a:off x="5440362" y="2758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/>
          <p:cNvSpPr>
            <a:spLocks noChangeAspect="1"/>
          </p:cNvSpPr>
          <p:nvPr/>
        </p:nvSpPr>
        <p:spPr>
          <a:xfrm>
            <a:off x="5440362" y="3590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96.8% </a:t>
            </a:r>
            <a:r>
              <a:rPr lang="en-US" sz="650" b="1" dirty="0">
                <a:solidFill>
                  <a:schemeClr val="tx1"/>
                </a:solidFill>
              </a:rPr>
              <a:t>NIRJHARA  KAUSHIK (SCIENCE)</a:t>
            </a:r>
          </a:p>
        </p:txBody>
      </p:sp>
      <p:sp>
        <p:nvSpPr>
          <p:cNvPr id="169" name="Rectangle 168"/>
          <p:cNvSpPr>
            <a:spLocks noChangeAspect="1"/>
          </p:cNvSpPr>
          <p:nvPr/>
        </p:nvSpPr>
        <p:spPr>
          <a:xfrm>
            <a:off x="4597270" y="42060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/>
          <p:cNvSpPr>
            <a:spLocks noChangeAspect="1"/>
          </p:cNvSpPr>
          <p:nvPr/>
        </p:nvSpPr>
        <p:spPr>
          <a:xfrm>
            <a:off x="4597270" y="50378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96% </a:t>
            </a:r>
            <a:r>
              <a:rPr lang="en-US" sz="700" b="1" dirty="0">
                <a:solidFill>
                  <a:schemeClr val="tx1"/>
                </a:solidFill>
              </a:rPr>
              <a:t>NAVYA  SACHDEVA (COMMERCE)</a:t>
            </a:r>
          </a:p>
        </p:txBody>
      </p:sp>
      <p:pic>
        <p:nvPicPr>
          <p:cNvPr id="1027" name="Picture 3" descr="C:\Users\admin\Desktop\2020 xii\DEV ISHAAN AGARWAL_2019110542.JP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42473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admin\Desktop\2020 xii\MILIND SHEKHAR SINGH_2019110515.JP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418" y="14107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admin\Desktop\2020 xii\ADHYAN  BALUJA_2016080234.JPG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642" y="14107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admin\Desktop\2020 xii\TEJASWANI  SAINI_2014060230.JPG"/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818" y="1408800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admin\Desktop\2020 xii\RIDDHI  JAIN_2007000049.JPG"/>
          <p:cNvPicPr>
            <a:picLocks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786" y="27823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admin\Desktop\2020 xii\ISHITA  _2012040210.JPG"/>
          <p:cNvPicPr>
            <a:picLocks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490" y="1430338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admin\Desktop\2020 xii\ARPIT  GARG_2017090205.JPG"/>
          <p:cNvPicPr>
            <a:picLocks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242" y="14107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admin\Desktop\2020 xii\KHUSHI  TALWAR_2017090288.JPG"/>
          <p:cNvPicPr>
            <a:picLocks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890" y="14171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C:\Users\admin\Desktop\2020 xii\AVI  KAPOOR_2007000044.JPG"/>
          <p:cNvPicPr>
            <a:picLocks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618" y="14171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:\Users\admin\Desktop\2020 xii\ASHI  JAIN_2007000014.JPG"/>
          <p:cNvPicPr>
            <a:picLocks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970" y="1425522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C:\Users\admin\Desktop\2020 xii\YOGASHISH  SARIN_2009010383.JPG"/>
          <p:cNvPicPr>
            <a:picLocks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70" y="2788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:\Users\admin\Desktop\2020 xii\HIMANSHU  GUPTA_2019110501.JPG"/>
          <p:cNvPicPr>
            <a:picLocks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514" y="2788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C:\Users\admin\Desktop\2020 xii\DHRITEE  BAKSHI_2019110504.JPG"/>
          <p:cNvPicPr>
            <a:picLocks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90" y="2803148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C:\Users\admin\Desktop\2020 xii\YASHOVARDHAN  VASHISTHA_2019110489.JPG"/>
          <p:cNvPicPr>
            <a:picLocks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042" y="42365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 descr="C:\Users\admin\Desktop\2020 xii\SIYA  JOLLY_2017090235.JPG"/>
          <p:cNvPicPr>
            <a:picLocks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362" y="4234596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C:\Users\admin\Desktop\2020 xii\KASHISH  GARG_2019110259.JPG"/>
          <p:cNvPicPr>
            <a:picLocks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714" y="2797122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9" descr="C:\Users\admin\Desktop\2020 xii\SAMRAT KRISHNA ARORA_2007000114.JPG"/>
          <p:cNvPicPr>
            <a:picLocks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490" y="2803148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:\Users\admin\Desktop\2020 xii\ISHA  LUTHRA_2012040015.JPG"/>
          <p:cNvPicPr>
            <a:picLocks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162" y="2788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C:\Users\admin\Desktop\2020 xii\DIVYANSH  JAIN_2010020755.JPG"/>
          <p:cNvPicPr>
            <a:picLocks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242" y="2788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C:\Users\admin\Desktop\2020 xii\YASHIKA  SINGH_2019110510.JPG"/>
          <p:cNvPicPr>
            <a:picLocks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72" y="42365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 descr="C:\Users\admin\Desktop\2020 xii\ANSHIKA  YADAV_2019110491.JPG"/>
          <p:cNvPicPr>
            <a:picLocks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914" y="42365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C:\Users\admin\Desktop\2020 xii\MEHUL  KASLIWAL_2007990063.JPG"/>
          <p:cNvPicPr>
            <a:picLocks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2" y="4234596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9" name="Picture 25" descr="C:\Users\admin\Desktop\2020 xii\NIRJHARA  KAUSHIK_2007000013.JPG"/>
          <p:cNvPicPr>
            <a:picLocks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842" y="2788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C:\Users\admin\Desktop\2020 xii\NAVYA  SACHDEVA_2008990075.JPG"/>
          <p:cNvPicPr>
            <a:picLocks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798" y="4234596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Rectangle 89"/>
          <p:cNvSpPr>
            <a:spLocks noChangeAspect="1"/>
          </p:cNvSpPr>
          <p:nvPr/>
        </p:nvSpPr>
        <p:spPr>
          <a:xfrm>
            <a:off x="5483034" y="42060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>
            <a:spLocks noChangeAspect="1"/>
          </p:cNvSpPr>
          <p:nvPr/>
        </p:nvSpPr>
        <p:spPr>
          <a:xfrm>
            <a:off x="5483034" y="50378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96%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ANIKA  </a:t>
            </a:r>
            <a:r>
              <a:rPr lang="en-US" sz="700" b="1" dirty="0">
                <a:solidFill>
                  <a:schemeClr val="tx1"/>
                </a:solidFill>
              </a:rPr>
              <a:t>DAS (HUMANITIES)</a:t>
            </a:r>
          </a:p>
        </p:txBody>
      </p:sp>
      <p:pic>
        <p:nvPicPr>
          <p:cNvPr id="128" name="Picture 3" descr="C:\Users\admin\Desktop\2020 xii\ANIKA  DAS_2011030199.JPG"/>
          <p:cNvPicPr>
            <a:picLocks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514" y="42301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Rectangle 128"/>
          <p:cNvSpPr>
            <a:spLocks noChangeAspect="1"/>
          </p:cNvSpPr>
          <p:nvPr/>
        </p:nvSpPr>
        <p:spPr>
          <a:xfrm>
            <a:off x="6354762" y="42144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>
            <a:spLocks noChangeAspect="1"/>
          </p:cNvSpPr>
          <p:nvPr/>
        </p:nvSpPr>
        <p:spPr>
          <a:xfrm>
            <a:off x="6354762" y="50462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95.8%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DHRUV CHOPRA </a:t>
            </a:r>
            <a:r>
              <a:rPr lang="en-US" sz="700" b="1" dirty="0">
                <a:solidFill>
                  <a:schemeClr val="tx1"/>
                </a:solidFill>
              </a:rPr>
              <a:t>(SCIENCE)</a:t>
            </a:r>
          </a:p>
        </p:txBody>
      </p:sp>
      <p:pic>
        <p:nvPicPr>
          <p:cNvPr id="131" name="Picture 9" descr="C:\Users\admin\Desktop\2020 xii\DHRUV  CHOPRA_2019110440.JPG"/>
          <p:cNvPicPr>
            <a:picLocks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242" y="4238526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Rectangle 131"/>
          <p:cNvSpPr>
            <a:spLocks noChangeAspect="1"/>
          </p:cNvSpPr>
          <p:nvPr/>
        </p:nvSpPr>
        <p:spPr>
          <a:xfrm>
            <a:off x="7235634" y="42060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>
            <a:spLocks noChangeAspect="1"/>
          </p:cNvSpPr>
          <p:nvPr/>
        </p:nvSpPr>
        <p:spPr>
          <a:xfrm>
            <a:off x="7235634" y="50378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95.8%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ISHAN  </a:t>
            </a:r>
            <a:r>
              <a:rPr lang="en-US" sz="700" b="1" dirty="0">
                <a:solidFill>
                  <a:schemeClr val="tx1"/>
                </a:solidFill>
              </a:rPr>
              <a:t>ARORA (SCIENCE)</a:t>
            </a:r>
          </a:p>
        </p:txBody>
      </p:sp>
      <p:pic>
        <p:nvPicPr>
          <p:cNvPr id="134" name="Picture 10" descr="C:\Users\admin\Desktop\2020 xii\ISHAN  ARORA_2008990043.JPG"/>
          <p:cNvPicPr>
            <a:picLocks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162" y="4228200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937395"/>
      </p:ext>
    </p:extLst>
  </p:cSld>
  <p:clrMapOvr>
    <a:masterClrMapping/>
  </p:clrMapOvr>
  <p:transition spd="slow" advClick="0" advTm="15000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l="-34000" r="-3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>
            <a:spLocks noChangeAspect="1"/>
          </p:cNvSpPr>
          <p:nvPr/>
        </p:nvSpPr>
        <p:spPr>
          <a:xfrm>
            <a:off x="1892490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>
            <a:spLocks noChangeAspect="1"/>
          </p:cNvSpPr>
          <p:nvPr/>
        </p:nvSpPr>
        <p:spPr>
          <a:xfrm>
            <a:off x="1892490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95.8% </a:t>
            </a:r>
            <a:r>
              <a:rPr lang="en-US" sz="650" b="1" dirty="0">
                <a:solidFill>
                  <a:schemeClr val="tx1"/>
                </a:solidFill>
              </a:rPr>
              <a:t>SHASHWAT  MISRA (COMMERCE)</a:t>
            </a:r>
          </a:p>
        </p:txBody>
      </p:sp>
      <p:sp>
        <p:nvSpPr>
          <p:cNvPr id="37" name="Rectangle 36"/>
          <p:cNvSpPr>
            <a:spLocks noChangeAspect="1"/>
          </p:cNvSpPr>
          <p:nvPr/>
        </p:nvSpPr>
        <p:spPr>
          <a:xfrm>
            <a:off x="5397690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>
            <a:spLocks noChangeAspect="1"/>
          </p:cNvSpPr>
          <p:nvPr/>
        </p:nvSpPr>
        <p:spPr>
          <a:xfrm>
            <a:off x="5397690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95.8%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SHIVAM   </a:t>
            </a:r>
            <a:r>
              <a:rPr lang="en-US" sz="700" b="1" dirty="0">
                <a:solidFill>
                  <a:schemeClr val="tx1"/>
                </a:solidFill>
              </a:rPr>
              <a:t>(HUMANITIES)</a:t>
            </a:r>
          </a:p>
        </p:txBody>
      </p:sp>
      <p:sp>
        <p:nvSpPr>
          <p:cNvPr id="40" name="Rectangle 39"/>
          <p:cNvSpPr>
            <a:spLocks noChangeAspect="1"/>
          </p:cNvSpPr>
          <p:nvPr/>
        </p:nvSpPr>
        <p:spPr>
          <a:xfrm>
            <a:off x="139890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>
            <a:spLocks noChangeAspect="1"/>
          </p:cNvSpPr>
          <p:nvPr/>
        </p:nvSpPr>
        <p:spPr>
          <a:xfrm>
            <a:off x="139890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95.8% </a:t>
            </a:r>
            <a:r>
              <a:rPr lang="en-US" sz="700" b="1" dirty="0">
                <a:solidFill>
                  <a:schemeClr val="tx1"/>
                </a:solidFill>
              </a:rPr>
              <a:t>ARUNAV  AGARWAL (SCIENCE)</a:t>
            </a:r>
          </a:p>
        </p:txBody>
      </p:sp>
      <p:sp>
        <p:nvSpPr>
          <p:cNvPr id="43" name="Rectangle 42"/>
          <p:cNvSpPr>
            <a:spLocks noChangeAspect="1"/>
          </p:cNvSpPr>
          <p:nvPr/>
        </p:nvSpPr>
        <p:spPr>
          <a:xfrm>
            <a:off x="7159434" y="13950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>
            <a:spLocks noChangeAspect="1"/>
          </p:cNvSpPr>
          <p:nvPr/>
        </p:nvSpPr>
        <p:spPr>
          <a:xfrm>
            <a:off x="7159434" y="22268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95.6%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PARTH  </a:t>
            </a:r>
            <a:r>
              <a:rPr lang="en-US" sz="700" b="1" dirty="0">
                <a:solidFill>
                  <a:schemeClr val="tx1"/>
                </a:solidFill>
              </a:rPr>
              <a:t>SARIN (SCIENCE)</a:t>
            </a:r>
          </a:p>
        </p:txBody>
      </p:sp>
      <p:sp>
        <p:nvSpPr>
          <p:cNvPr id="46" name="Rectangle 45"/>
          <p:cNvSpPr>
            <a:spLocks noChangeAspect="1"/>
          </p:cNvSpPr>
          <p:nvPr/>
        </p:nvSpPr>
        <p:spPr>
          <a:xfrm>
            <a:off x="3645090" y="28344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>
            <a:spLocks noChangeAspect="1"/>
          </p:cNvSpPr>
          <p:nvPr/>
        </p:nvSpPr>
        <p:spPr>
          <a:xfrm>
            <a:off x="3645090" y="36662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95.4%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AMBER  </a:t>
            </a:r>
            <a:r>
              <a:rPr lang="en-US" sz="700" b="1" dirty="0">
                <a:solidFill>
                  <a:schemeClr val="tx1"/>
                </a:solidFill>
              </a:rPr>
              <a:t>TOMAR (SCIENCE)</a:t>
            </a:r>
          </a:p>
        </p:txBody>
      </p:sp>
      <p:sp>
        <p:nvSpPr>
          <p:cNvPr id="49" name="Rectangle 48"/>
          <p:cNvSpPr>
            <a:spLocks noChangeAspect="1"/>
          </p:cNvSpPr>
          <p:nvPr/>
        </p:nvSpPr>
        <p:spPr>
          <a:xfrm>
            <a:off x="5397690" y="28428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>
            <a:spLocks noChangeAspect="1"/>
          </p:cNvSpPr>
          <p:nvPr/>
        </p:nvSpPr>
        <p:spPr>
          <a:xfrm>
            <a:off x="5397690" y="36746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95.4%ANISHA  </a:t>
            </a:r>
            <a:r>
              <a:rPr lang="en-US" sz="700" b="1" dirty="0">
                <a:solidFill>
                  <a:schemeClr val="tx1"/>
                </a:solidFill>
              </a:rPr>
              <a:t>AGARWAL (SCIENCE)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0" y="711061"/>
            <a:ext cx="8138159" cy="523220"/>
          </a:xfrm>
          <a:prstGeom prst="rect">
            <a:avLst/>
          </a:prstGeom>
          <a:gradFill flip="none" rotWithShape="1">
            <a:gsLst>
              <a:gs pos="67000">
                <a:schemeClr val="bg1"/>
              </a:gs>
              <a:gs pos="100000">
                <a:srgbClr val="92D050"/>
              </a:gs>
            </a:gsLst>
            <a:path path="rect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gradFill flip="none" rotWithShape="1">
                  <a:gsLst>
                    <a:gs pos="52000">
                      <a:schemeClr val="tx1"/>
                    </a:gs>
                    <a:gs pos="0">
                      <a:srgbClr val="FFC000"/>
                    </a:gs>
                    <a:gs pos="100000">
                      <a:schemeClr val="tx1"/>
                    </a:gs>
                  </a:gsLst>
                  <a:path path="rect">
                    <a:fillToRect l="50000" t="50000" r="50000" b="50000"/>
                  </a:path>
                  <a:tileRect/>
                </a:gradFill>
                <a:latin typeface="Helvetica" pitchFamily="34" charset="0"/>
              </a:rPr>
              <a:t>TOP STUDENTS SECURING 90% AND ABOVE</a:t>
            </a:r>
            <a:endParaRPr lang="en-US" sz="2800" b="1" dirty="0">
              <a:gradFill flip="none" rotWithShape="1">
                <a:gsLst>
                  <a:gs pos="52000">
                    <a:schemeClr val="tx1"/>
                  </a:gs>
                  <a:gs pos="0">
                    <a:srgbClr val="FFC000"/>
                  </a:gs>
                  <a:gs pos="100000">
                    <a:schemeClr val="tx1"/>
                  </a:gs>
                </a:gsLst>
                <a:path path="rect">
                  <a:fillToRect l="50000" t="50000" r="50000" b="50000"/>
                </a:path>
                <a:tileRect/>
              </a:gradFill>
              <a:latin typeface="Helvetica" pitchFamily="34" charset="0"/>
            </a:endParaRPr>
          </a:p>
        </p:txBody>
      </p:sp>
      <p:grpSp>
        <p:nvGrpSpPr>
          <p:cNvPr id="114" name="Group 113"/>
          <p:cNvGrpSpPr/>
          <p:nvPr/>
        </p:nvGrpSpPr>
        <p:grpSpPr>
          <a:xfrm>
            <a:off x="-1" y="-15399"/>
            <a:ext cx="8138160" cy="668915"/>
            <a:chOff x="-1" y="-15399"/>
            <a:chExt cx="8138160" cy="668915"/>
          </a:xfrm>
        </p:grpSpPr>
        <p:grpSp>
          <p:nvGrpSpPr>
            <p:cNvPr id="115" name="Group 114"/>
            <p:cNvGrpSpPr/>
            <p:nvPr/>
          </p:nvGrpSpPr>
          <p:grpSpPr>
            <a:xfrm>
              <a:off x="-1" y="-15399"/>
              <a:ext cx="8138160" cy="642312"/>
              <a:chOff x="-1" y="-15399"/>
              <a:chExt cx="8138160" cy="642312"/>
            </a:xfrm>
          </p:grpSpPr>
          <p:sp>
            <p:nvSpPr>
              <p:cNvPr id="118" name="TextBox 117"/>
              <p:cNvSpPr txBox="1"/>
              <p:nvPr/>
            </p:nvSpPr>
            <p:spPr>
              <a:xfrm>
                <a:off x="-1" y="-15399"/>
                <a:ext cx="8138160" cy="640080"/>
              </a:xfrm>
              <a:prstGeom prst="rect">
                <a:avLst/>
              </a:prstGeom>
              <a:gradFill>
                <a:gsLst>
                  <a:gs pos="0">
                    <a:srgbClr val="92D050"/>
                  </a:gs>
                  <a:gs pos="72000">
                    <a:srgbClr val="D4FB8F"/>
                  </a:gs>
                  <a:gs pos="100000">
                    <a:srgbClr val="FFCC00">
                      <a:alpha val="99000"/>
                    </a:srgb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latin typeface="Cambria" pitchFamily="18" charset="0"/>
                  </a:rPr>
                  <a:t>DELHI </a:t>
                </a:r>
                <a:r>
                  <a:rPr lang="en-US" sz="2900" b="1" dirty="0">
                    <a:latin typeface="Cambria" pitchFamily="18" charset="0"/>
                  </a:rPr>
                  <a:t>PUBLIC</a:t>
                </a:r>
                <a:r>
                  <a:rPr lang="en-US" sz="2800" b="1" dirty="0">
                    <a:latin typeface="Cambria" pitchFamily="18" charset="0"/>
                  </a:rPr>
                  <a:t> SCHOOL AGRA</a:t>
                </a:r>
              </a:p>
            </p:txBody>
          </p:sp>
          <p:pic>
            <p:nvPicPr>
              <p:cNvPr id="119" name="Picture 2" descr="\\SEILDPS2\atproffdata\khushbant singh\dps PNG logo - Copy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1284" y="54297"/>
                <a:ext cx="460878" cy="5703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0" name="TextBox 119"/>
              <p:cNvSpPr txBox="1"/>
              <p:nvPr/>
            </p:nvSpPr>
            <p:spPr>
              <a:xfrm>
                <a:off x="0" y="396081"/>
                <a:ext cx="813752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latin typeface="Arial" pitchFamily="34" charset="0"/>
                    <a:cs typeface="Arial" pitchFamily="34" charset="0"/>
                  </a:rPr>
                  <a:t>(Under the aegis of The Delhi Public School Society, East of Kailash, New </a:t>
                </a:r>
                <a:r>
                  <a:rPr lang="en-US" sz="900" b="1" dirty="0" smtClean="0">
                    <a:latin typeface="Arial" pitchFamily="34" charset="0"/>
                    <a:cs typeface="Arial" pitchFamily="34" charset="0"/>
                  </a:rPr>
                  <a:t>Delhi)</a:t>
                </a:r>
                <a:endParaRPr lang="en-US" sz="900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pic>
          <p:nvPicPr>
            <p:cNvPr id="116" name="Picture 2" descr="C:\Users\admin\Downloads\unnamed (2)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1016" y="25462"/>
              <a:ext cx="1523999" cy="628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7" name="TextBox 116"/>
            <p:cNvSpPr txBox="1"/>
            <p:nvPr/>
          </p:nvSpPr>
          <p:spPr>
            <a:xfrm>
              <a:off x="6765213" y="54297"/>
              <a:ext cx="118974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 smtClean="0">
                  <a:latin typeface="Cambria" pitchFamily="18" charset="0"/>
                </a:rPr>
                <a:t>GRADE-XII</a:t>
              </a:r>
            </a:p>
            <a:p>
              <a:pPr algn="ctr"/>
              <a:r>
                <a:rPr lang="en-US" b="1" dirty="0" smtClean="0">
                  <a:latin typeface="Cambria" pitchFamily="18" charset="0"/>
                </a:rPr>
                <a:t>2021</a:t>
              </a:r>
              <a:endParaRPr lang="en-US" b="1" dirty="0">
                <a:latin typeface="Cambria" pitchFamily="18" charset="0"/>
              </a:endParaRPr>
            </a:p>
          </p:txBody>
        </p:sp>
      </p:grpSp>
      <p:sp>
        <p:nvSpPr>
          <p:cNvPr id="91" name="Rectangle 90"/>
          <p:cNvSpPr>
            <a:spLocks noChangeAspect="1"/>
          </p:cNvSpPr>
          <p:nvPr/>
        </p:nvSpPr>
        <p:spPr>
          <a:xfrm>
            <a:off x="3645090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>
            <a:spLocks noChangeAspect="1"/>
          </p:cNvSpPr>
          <p:nvPr/>
        </p:nvSpPr>
        <p:spPr>
          <a:xfrm>
            <a:off x="3645090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95.8%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MANU  </a:t>
            </a:r>
            <a:r>
              <a:rPr lang="en-US" sz="700" b="1" dirty="0">
                <a:solidFill>
                  <a:schemeClr val="tx1"/>
                </a:solidFill>
              </a:rPr>
              <a:t>YADAV (HUMANITIES)</a:t>
            </a:r>
          </a:p>
        </p:txBody>
      </p:sp>
      <p:sp>
        <p:nvSpPr>
          <p:cNvPr id="93" name="Rectangle 92"/>
          <p:cNvSpPr>
            <a:spLocks noChangeAspect="1"/>
          </p:cNvSpPr>
          <p:nvPr/>
        </p:nvSpPr>
        <p:spPr>
          <a:xfrm>
            <a:off x="6278562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>
            <a:spLocks noChangeAspect="1"/>
          </p:cNvSpPr>
          <p:nvPr/>
        </p:nvSpPr>
        <p:spPr>
          <a:xfrm>
            <a:off x="6278562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95.6% </a:t>
            </a:r>
            <a:r>
              <a:rPr lang="en-US" sz="700" b="1" dirty="0">
                <a:solidFill>
                  <a:schemeClr val="tx1"/>
                </a:solidFill>
              </a:rPr>
              <a:t>BHUMIKA  SINGH (SCIENCE)</a:t>
            </a:r>
          </a:p>
        </p:txBody>
      </p:sp>
      <p:sp>
        <p:nvSpPr>
          <p:cNvPr id="95" name="Rectangle 94"/>
          <p:cNvSpPr>
            <a:spLocks noChangeAspect="1"/>
          </p:cNvSpPr>
          <p:nvPr/>
        </p:nvSpPr>
        <p:spPr>
          <a:xfrm>
            <a:off x="4525962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>
            <a:spLocks noChangeAspect="1"/>
          </p:cNvSpPr>
          <p:nvPr/>
        </p:nvSpPr>
        <p:spPr>
          <a:xfrm>
            <a:off x="4525962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95.8%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DIAA  </a:t>
            </a:r>
            <a:r>
              <a:rPr lang="en-US" sz="700" b="1" dirty="0">
                <a:solidFill>
                  <a:schemeClr val="tx1"/>
                </a:solidFill>
              </a:rPr>
              <a:t>BANSAL (HUMANITIES)</a:t>
            </a:r>
          </a:p>
        </p:txBody>
      </p:sp>
      <p:sp>
        <p:nvSpPr>
          <p:cNvPr id="97" name="Rectangle 96"/>
          <p:cNvSpPr>
            <a:spLocks noChangeAspect="1"/>
          </p:cNvSpPr>
          <p:nvPr/>
        </p:nvSpPr>
        <p:spPr>
          <a:xfrm>
            <a:off x="2773362" y="28344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>
            <a:spLocks noChangeAspect="1"/>
          </p:cNvSpPr>
          <p:nvPr/>
        </p:nvSpPr>
        <p:spPr>
          <a:xfrm>
            <a:off x="2773362" y="36662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95.6% </a:t>
            </a:r>
            <a:r>
              <a:rPr lang="en-US" sz="700" b="1" dirty="0">
                <a:solidFill>
                  <a:schemeClr val="tx1"/>
                </a:solidFill>
              </a:rPr>
              <a:t>TANMAY  DONERIA (HUMANITIES)</a:t>
            </a:r>
          </a:p>
        </p:txBody>
      </p:sp>
      <p:sp>
        <p:nvSpPr>
          <p:cNvPr id="99" name="Rectangle 98"/>
          <p:cNvSpPr>
            <a:spLocks noChangeAspect="1"/>
          </p:cNvSpPr>
          <p:nvPr/>
        </p:nvSpPr>
        <p:spPr>
          <a:xfrm>
            <a:off x="4525962" y="28428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>
            <a:spLocks noChangeAspect="1"/>
          </p:cNvSpPr>
          <p:nvPr/>
        </p:nvSpPr>
        <p:spPr>
          <a:xfrm>
            <a:off x="4525962" y="36746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95.4% </a:t>
            </a:r>
            <a:r>
              <a:rPr lang="en-US" sz="700" b="1" dirty="0">
                <a:solidFill>
                  <a:schemeClr val="tx1"/>
                </a:solidFill>
              </a:rPr>
              <a:t>DHRUV  KHANDELWAL (SCIENCE)</a:t>
            </a:r>
          </a:p>
        </p:txBody>
      </p:sp>
      <p:sp>
        <p:nvSpPr>
          <p:cNvPr id="101" name="Rectangle 100"/>
          <p:cNvSpPr>
            <a:spLocks noChangeAspect="1"/>
          </p:cNvSpPr>
          <p:nvPr/>
        </p:nvSpPr>
        <p:spPr>
          <a:xfrm>
            <a:off x="139890" y="28344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>
            <a:spLocks noChangeAspect="1"/>
          </p:cNvSpPr>
          <p:nvPr/>
        </p:nvSpPr>
        <p:spPr>
          <a:xfrm>
            <a:off x="139890" y="36662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95.6</a:t>
            </a:r>
            <a:r>
              <a:rPr lang="en-US" sz="700" b="1" dirty="0">
                <a:solidFill>
                  <a:schemeClr val="tx1"/>
                </a:solidFill>
              </a:rPr>
              <a:t>% HARSH  MEROTHIYA (COMMERCE)</a:t>
            </a:r>
          </a:p>
        </p:txBody>
      </p:sp>
      <p:sp>
        <p:nvSpPr>
          <p:cNvPr id="103" name="Rectangle 102"/>
          <p:cNvSpPr>
            <a:spLocks noChangeAspect="1"/>
          </p:cNvSpPr>
          <p:nvPr/>
        </p:nvSpPr>
        <p:spPr>
          <a:xfrm>
            <a:off x="7157910" y="28428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>
            <a:spLocks noChangeAspect="1"/>
          </p:cNvSpPr>
          <p:nvPr/>
        </p:nvSpPr>
        <p:spPr>
          <a:xfrm>
            <a:off x="7157910" y="36746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95.4% </a:t>
            </a:r>
            <a:r>
              <a:rPr lang="en-US" sz="700" b="1" dirty="0">
                <a:solidFill>
                  <a:schemeClr val="tx1"/>
                </a:solidFill>
              </a:rPr>
              <a:t>ANSH  PANJWANI (COMMERCE)</a:t>
            </a:r>
          </a:p>
        </p:txBody>
      </p:sp>
      <p:sp>
        <p:nvSpPr>
          <p:cNvPr id="105" name="Rectangle 104"/>
          <p:cNvSpPr>
            <a:spLocks noChangeAspect="1"/>
          </p:cNvSpPr>
          <p:nvPr/>
        </p:nvSpPr>
        <p:spPr>
          <a:xfrm>
            <a:off x="1892490" y="28344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>
            <a:spLocks noChangeAspect="1"/>
          </p:cNvSpPr>
          <p:nvPr/>
        </p:nvSpPr>
        <p:spPr>
          <a:xfrm>
            <a:off x="1892490" y="36662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95.6</a:t>
            </a:r>
            <a:r>
              <a:rPr lang="en-US" sz="700" b="1" dirty="0">
                <a:solidFill>
                  <a:schemeClr val="tx1"/>
                </a:solidFill>
              </a:rPr>
              <a:t>% SIYA  CHAUDHARY (HUMANITIES)</a:t>
            </a:r>
          </a:p>
        </p:txBody>
      </p:sp>
      <p:sp>
        <p:nvSpPr>
          <p:cNvPr id="107" name="Rectangle 106"/>
          <p:cNvSpPr>
            <a:spLocks noChangeAspect="1"/>
          </p:cNvSpPr>
          <p:nvPr/>
        </p:nvSpPr>
        <p:spPr>
          <a:xfrm>
            <a:off x="1892490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>
            <a:spLocks noChangeAspect="1"/>
          </p:cNvSpPr>
          <p:nvPr/>
        </p:nvSpPr>
        <p:spPr>
          <a:xfrm>
            <a:off x="1892490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95.2% </a:t>
            </a:r>
            <a:r>
              <a:rPr lang="en-US" sz="700" b="1" dirty="0">
                <a:solidFill>
                  <a:schemeClr val="tx1"/>
                </a:solidFill>
              </a:rPr>
              <a:t>RISHIN  KHANDELWAL (SCIENCE)</a:t>
            </a:r>
          </a:p>
        </p:txBody>
      </p:sp>
      <p:sp>
        <p:nvSpPr>
          <p:cNvPr id="109" name="Rectangle 108"/>
          <p:cNvSpPr>
            <a:spLocks noChangeAspect="1"/>
          </p:cNvSpPr>
          <p:nvPr/>
        </p:nvSpPr>
        <p:spPr>
          <a:xfrm>
            <a:off x="1020762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>
            <a:spLocks noChangeAspect="1"/>
          </p:cNvSpPr>
          <p:nvPr/>
        </p:nvSpPr>
        <p:spPr>
          <a:xfrm>
            <a:off x="1020762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95.2% </a:t>
            </a:r>
            <a:r>
              <a:rPr lang="en-US" sz="700" b="1" dirty="0">
                <a:solidFill>
                  <a:schemeClr val="tx1"/>
                </a:solidFill>
              </a:rPr>
              <a:t>SAADGI  CHATURVEDI (SCIENCE)</a:t>
            </a:r>
          </a:p>
        </p:txBody>
      </p:sp>
      <p:sp>
        <p:nvSpPr>
          <p:cNvPr id="111" name="Rectangle 110"/>
          <p:cNvSpPr>
            <a:spLocks noChangeAspect="1"/>
          </p:cNvSpPr>
          <p:nvPr/>
        </p:nvSpPr>
        <p:spPr>
          <a:xfrm>
            <a:off x="6278562" y="28344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>
            <a:spLocks noChangeAspect="1"/>
          </p:cNvSpPr>
          <p:nvPr/>
        </p:nvSpPr>
        <p:spPr>
          <a:xfrm>
            <a:off x="6278562" y="36662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95.4</a:t>
            </a:r>
            <a:r>
              <a:rPr lang="en-US" sz="650" b="1" dirty="0">
                <a:solidFill>
                  <a:schemeClr val="tx1"/>
                </a:solidFill>
              </a:rPr>
              <a:t>% DEEPANSHI  AGARWAL (COMMERCE)</a:t>
            </a:r>
          </a:p>
        </p:txBody>
      </p:sp>
      <p:sp>
        <p:nvSpPr>
          <p:cNvPr id="121" name="Rectangle 120"/>
          <p:cNvSpPr>
            <a:spLocks noChangeAspect="1"/>
          </p:cNvSpPr>
          <p:nvPr/>
        </p:nvSpPr>
        <p:spPr>
          <a:xfrm>
            <a:off x="139890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>
            <a:spLocks noChangeAspect="1"/>
          </p:cNvSpPr>
          <p:nvPr/>
        </p:nvSpPr>
        <p:spPr>
          <a:xfrm>
            <a:off x="139890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95.4%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SIRJAN  </a:t>
            </a:r>
            <a:r>
              <a:rPr lang="en-US" sz="700" b="1" dirty="0">
                <a:solidFill>
                  <a:schemeClr val="tx1"/>
                </a:solidFill>
              </a:rPr>
              <a:t>KAUR (HUMANITIES)</a:t>
            </a:r>
          </a:p>
        </p:txBody>
      </p:sp>
      <p:sp>
        <p:nvSpPr>
          <p:cNvPr id="123" name="Rectangle 122"/>
          <p:cNvSpPr>
            <a:spLocks noChangeAspect="1"/>
          </p:cNvSpPr>
          <p:nvPr/>
        </p:nvSpPr>
        <p:spPr>
          <a:xfrm>
            <a:off x="3645090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>
            <a:spLocks noChangeAspect="1"/>
          </p:cNvSpPr>
          <p:nvPr/>
        </p:nvSpPr>
        <p:spPr>
          <a:xfrm>
            <a:off x="3645090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AAMNA  </a:t>
            </a:r>
            <a:r>
              <a:rPr lang="en-US" sz="700" b="1" dirty="0">
                <a:solidFill>
                  <a:schemeClr val="tx1"/>
                </a:solidFill>
              </a:rPr>
              <a:t>IKRAM (SCIENCE)</a:t>
            </a:r>
          </a:p>
        </p:txBody>
      </p:sp>
      <p:sp>
        <p:nvSpPr>
          <p:cNvPr id="125" name="Rectangle 124"/>
          <p:cNvSpPr>
            <a:spLocks noChangeAspect="1"/>
          </p:cNvSpPr>
          <p:nvPr/>
        </p:nvSpPr>
        <p:spPr>
          <a:xfrm>
            <a:off x="4525962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>
            <a:spLocks noChangeAspect="1"/>
          </p:cNvSpPr>
          <p:nvPr/>
        </p:nvSpPr>
        <p:spPr>
          <a:xfrm>
            <a:off x="4525962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95% </a:t>
            </a:r>
            <a:r>
              <a:rPr lang="en-US" sz="650" b="1" dirty="0">
                <a:solidFill>
                  <a:schemeClr val="tx1"/>
                </a:solidFill>
              </a:rPr>
              <a:t>TANISHKA  </a:t>
            </a:r>
            <a:r>
              <a:rPr lang="en-US" sz="650" b="1" dirty="0" smtClean="0">
                <a:solidFill>
                  <a:schemeClr val="tx1"/>
                </a:solidFill>
              </a:rPr>
              <a:t>SINGH</a:t>
            </a:r>
          </a:p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(SCIENCE</a:t>
            </a:r>
            <a:r>
              <a:rPr lang="en-US" sz="65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27" name="Rectangle 126"/>
          <p:cNvSpPr>
            <a:spLocks noChangeAspect="1"/>
          </p:cNvSpPr>
          <p:nvPr/>
        </p:nvSpPr>
        <p:spPr>
          <a:xfrm>
            <a:off x="2773362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/>
          <p:cNvSpPr>
            <a:spLocks noChangeAspect="1"/>
          </p:cNvSpPr>
          <p:nvPr/>
        </p:nvSpPr>
        <p:spPr>
          <a:xfrm>
            <a:off x="2773362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95.2</a:t>
            </a:r>
            <a:r>
              <a:rPr lang="en-US" sz="700" b="1" dirty="0">
                <a:solidFill>
                  <a:schemeClr val="tx1"/>
                </a:solidFill>
              </a:rPr>
              <a:t>% KRATI  AGARWAL (COMMERCE)</a:t>
            </a:r>
          </a:p>
        </p:txBody>
      </p:sp>
      <p:sp>
        <p:nvSpPr>
          <p:cNvPr id="165" name="Rectangle 164"/>
          <p:cNvSpPr>
            <a:spLocks noChangeAspect="1"/>
          </p:cNvSpPr>
          <p:nvPr/>
        </p:nvSpPr>
        <p:spPr>
          <a:xfrm>
            <a:off x="5397690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/>
          <p:cNvSpPr>
            <a:spLocks noChangeAspect="1"/>
          </p:cNvSpPr>
          <p:nvPr/>
        </p:nvSpPr>
        <p:spPr>
          <a:xfrm>
            <a:off x="5397690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95%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ANANT  </a:t>
            </a:r>
            <a:r>
              <a:rPr lang="en-US" sz="700" b="1" dirty="0">
                <a:solidFill>
                  <a:schemeClr val="tx1"/>
                </a:solidFill>
              </a:rPr>
              <a:t>JAIN (COMMERCE)</a:t>
            </a:r>
          </a:p>
        </p:txBody>
      </p:sp>
      <p:sp>
        <p:nvSpPr>
          <p:cNvPr id="169" name="Rectangle 168"/>
          <p:cNvSpPr>
            <a:spLocks noChangeAspect="1"/>
          </p:cNvSpPr>
          <p:nvPr/>
        </p:nvSpPr>
        <p:spPr>
          <a:xfrm>
            <a:off x="7150290" y="42906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/>
          <p:cNvSpPr>
            <a:spLocks noChangeAspect="1"/>
          </p:cNvSpPr>
          <p:nvPr/>
        </p:nvSpPr>
        <p:spPr>
          <a:xfrm>
            <a:off x="7150290" y="51224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94.4% </a:t>
            </a:r>
            <a:r>
              <a:rPr lang="en-US" sz="700" b="1" dirty="0">
                <a:solidFill>
                  <a:schemeClr val="tx1"/>
                </a:solidFill>
              </a:rPr>
              <a:t>SAUMYA  TRIPATHI (SCIENCE)</a:t>
            </a:r>
          </a:p>
        </p:txBody>
      </p:sp>
      <p:pic>
        <p:nvPicPr>
          <p:cNvPr id="2050" name="Picture 2" descr="C:\Users\admin\Desktop\2020 xii\SHASHWAT  MISRA_2010020658.JP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018" y="14107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admin\Desktop\2020 xii\SHIVAM  _2019110553.JP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218" y="14107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admin\Desktop\2020 xii\ARUNAV  AGARWAL_2007000059.JPG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70" y="1408067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admin\Desktop\2020 xii\PARTH  SARIN_2016080227.JPG"/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962" y="14171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C:\Users\admin\Desktop\2020 xii\AMBER  TOMAR_2009010181.JPG"/>
          <p:cNvPicPr>
            <a:picLocks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570" y="28585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:\Users\admin\Desktop\2020 xii\ANISHA  AGARWAL_2012040540.JPG"/>
          <p:cNvPicPr>
            <a:picLocks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218" y="28649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C:\Users\admin\Desktop\2020 xii\MANU  YADAV_2012040265.JPG"/>
          <p:cNvPicPr>
            <a:picLocks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618" y="14171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:\Users\admin\Desktop\2020 xii\BHUMIKA  SINGH_2019110462.JPG"/>
          <p:cNvPicPr>
            <a:picLocks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042" y="14171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 descr="C:\Users\admin\Desktop\2020 xii\DIAA  BANSAL_2008990182.JPG"/>
          <p:cNvPicPr>
            <a:picLocks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490" y="14171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:\Users\admin\Desktop\2020 xii\TANMAY  DONERIA_2007000105.JPG"/>
          <p:cNvPicPr>
            <a:picLocks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842" y="28649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 descr="C:\Users\admin\Desktop\2020 xii\DHRUV  KHANDELWAL_2007000071.JPG"/>
          <p:cNvPicPr>
            <a:picLocks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490" y="2871357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C:\Users\admin\Desktop\2020 xii\HARSH  MEROTHIYA_2013050125.JPG"/>
          <p:cNvPicPr>
            <a:picLocks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70" y="28649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17" descr="C:\Users\admin\Desktop\2020 xii\ANSH  PANJWANI_2007000041.JPG"/>
          <p:cNvPicPr>
            <a:picLocks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438" y="2871357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C:\Users\admin\Desktop\2020 xii\SIYA  CHAUDHARY_2012040172.JPG"/>
          <p:cNvPicPr>
            <a:picLocks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970" y="28649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7" name="Picture 19" descr="C:\Users\admin\Desktop\2020 xii\RISHIN  KHANDELWAL_2017090815.JPG"/>
          <p:cNvPicPr>
            <a:picLocks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018" y="4310796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C:\Users\admin\Desktop\2020 xii\SAADGI  CHATURVEDI_2010020654.JPG"/>
          <p:cNvPicPr>
            <a:picLocks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290" y="4312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9" name="Picture 21" descr="C:\Users\admin\Desktop\2020 xii\DEEPANSHI  AGARWAL_2014060278.JPG"/>
          <p:cNvPicPr>
            <a:picLocks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042" y="28649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C:\Users\admin\Desktop\2020 xii\SIRJAN  KAUR_2019110500.JPG"/>
          <p:cNvPicPr>
            <a:picLocks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18" y="4312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1" name="Picture 23" descr="C:\Users\admin\Desktop\2020 xii\AAMNA  IKRAM_2007000251.JPG"/>
          <p:cNvPicPr>
            <a:picLocks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570" y="4318000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C:\Users\admin\Desktop\2020 xii\TANISHKA  SINGH_2019110455.JPG"/>
          <p:cNvPicPr>
            <a:picLocks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490" y="4310796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3" name="Picture 25" descr="C:\Users\admin\Desktop\2020 xii\KRATI  AGARWAL_2007000485.JPG"/>
          <p:cNvPicPr>
            <a:picLocks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842" y="4312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C:\Users\admin\Desktop\2020 xii\ANANT  JAIN_2019110519.JPG"/>
          <p:cNvPicPr>
            <a:picLocks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218" y="4310796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C:\Users\admin\Desktop\2020 xii\SAUMYA  TRIPATHI_2019110392.JPG"/>
          <p:cNvPicPr>
            <a:picLocks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2231" y="4319157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" name="Rectangle 127"/>
          <p:cNvSpPr>
            <a:spLocks noChangeAspect="1"/>
          </p:cNvSpPr>
          <p:nvPr/>
        </p:nvSpPr>
        <p:spPr>
          <a:xfrm>
            <a:off x="1020762" y="28428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>
            <a:spLocks noChangeAspect="1"/>
          </p:cNvSpPr>
          <p:nvPr/>
        </p:nvSpPr>
        <p:spPr>
          <a:xfrm>
            <a:off x="1020762" y="36746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95.6% SANAAH  MEHRA (HUMANITIES)</a:t>
            </a:r>
          </a:p>
        </p:txBody>
      </p:sp>
      <p:sp>
        <p:nvSpPr>
          <p:cNvPr id="130" name="Rectangle 129"/>
          <p:cNvSpPr>
            <a:spLocks noChangeAspect="1"/>
          </p:cNvSpPr>
          <p:nvPr/>
        </p:nvSpPr>
        <p:spPr>
          <a:xfrm>
            <a:off x="1020762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>
            <a:spLocks noChangeAspect="1"/>
          </p:cNvSpPr>
          <p:nvPr/>
        </p:nvSpPr>
        <p:spPr>
          <a:xfrm>
            <a:off x="1020762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95.8% </a:t>
            </a:r>
            <a:r>
              <a:rPr lang="en-US" sz="650" b="1" dirty="0">
                <a:solidFill>
                  <a:schemeClr val="tx1"/>
                </a:solidFill>
              </a:rPr>
              <a:t>GUNISHTHA  DOOMRA (SCIENCE)</a:t>
            </a:r>
          </a:p>
        </p:txBody>
      </p:sp>
      <p:pic>
        <p:nvPicPr>
          <p:cNvPr id="132" name="Picture 26" descr="C:\Users\admin\Desktop\2020 xii\SANAAH  MEHRA_2014060647.JPG"/>
          <p:cNvPicPr>
            <a:picLocks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290" y="2871357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Picture 27" descr="C:\Users\admin\Desktop\2020 xii\GUNISHTHA  DOOMRA_2019110454.JPG"/>
          <p:cNvPicPr>
            <a:picLocks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242" y="14171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" name="Rectangle 133"/>
          <p:cNvSpPr>
            <a:spLocks noChangeAspect="1"/>
          </p:cNvSpPr>
          <p:nvPr/>
        </p:nvSpPr>
        <p:spPr>
          <a:xfrm>
            <a:off x="2784474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>
            <a:spLocks noChangeAspect="1"/>
          </p:cNvSpPr>
          <p:nvPr/>
        </p:nvSpPr>
        <p:spPr>
          <a:xfrm>
            <a:off x="2784474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95.8% </a:t>
            </a:r>
            <a:r>
              <a:rPr lang="en-US" sz="650" b="1" dirty="0">
                <a:solidFill>
                  <a:schemeClr val="tx1"/>
                </a:solidFill>
              </a:rPr>
              <a:t>KUSHAGRA  JAIN (COMMERCE)</a:t>
            </a:r>
          </a:p>
        </p:txBody>
      </p:sp>
      <p:pic>
        <p:nvPicPr>
          <p:cNvPr id="136" name="Picture 2" descr="C:\Users\admin\Desktop\2020 xii\KUSHAGRA  JAIN_2015070218.JPG"/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272" y="1431244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Rectangle 136"/>
          <p:cNvSpPr>
            <a:spLocks noChangeAspect="1"/>
          </p:cNvSpPr>
          <p:nvPr/>
        </p:nvSpPr>
        <p:spPr>
          <a:xfrm>
            <a:off x="6278562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>
            <a:spLocks noChangeAspect="1"/>
          </p:cNvSpPr>
          <p:nvPr/>
        </p:nvSpPr>
        <p:spPr>
          <a:xfrm>
            <a:off x="6278562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94.6% </a:t>
            </a:r>
            <a:r>
              <a:rPr lang="en-US" sz="650" b="1" dirty="0">
                <a:solidFill>
                  <a:schemeClr val="tx1"/>
                </a:solidFill>
              </a:rPr>
              <a:t>DIVYANSHI  JAIN (COMMERCE)</a:t>
            </a:r>
          </a:p>
        </p:txBody>
      </p:sp>
      <p:pic>
        <p:nvPicPr>
          <p:cNvPr id="139" name="Picture 2" descr="C:\Users\admin\Desktop\2020 xii\DIVYANSHI  JAIN_2008990486.JPG"/>
          <p:cNvPicPr>
            <a:picLocks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090" y="43063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254220"/>
      </p:ext>
    </p:extLst>
  </p:cSld>
  <p:clrMapOvr>
    <a:masterClrMapping/>
  </p:clrMapOvr>
  <p:transition spd="slow" advClick="0" advTm="15000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l="-34000" r="-3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>
            <a:spLocks noChangeAspect="1"/>
          </p:cNvSpPr>
          <p:nvPr/>
        </p:nvSpPr>
        <p:spPr>
          <a:xfrm>
            <a:off x="1029906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>
            <a:spLocks noChangeAspect="1"/>
          </p:cNvSpPr>
          <p:nvPr/>
        </p:nvSpPr>
        <p:spPr>
          <a:xfrm>
            <a:off x="1029906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94.2% </a:t>
            </a:r>
            <a:r>
              <a:rPr lang="en-US" sz="700" b="1" dirty="0">
                <a:solidFill>
                  <a:schemeClr val="tx1"/>
                </a:solidFill>
              </a:rPr>
              <a:t>SUVRAT  AGARWAAL (SCIENCE)</a:t>
            </a:r>
          </a:p>
        </p:txBody>
      </p:sp>
      <p:sp>
        <p:nvSpPr>
          <p:cNvPr id="37" name="Rectangle 36"/>
          <p:cNvSpPr>
            <a:spLocks noChangeAspect="1"/>
          </p:cNvSpPr>
          <p:nvPr/>
        </p:nvSpPr>
        <p:spPr>
          <a:xfrm>
            <a:off x="5406834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>
            <a:spLocks noChangeAspect="1"/>
          </p:cNvSpPr>
          <p:nvPr/>
        </p:nvSpPr>
        <p:spPr>
          <a:xfrm>
            <a:off x="5406834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94% </a:t>
            </a:r>
            <a:r>
              <a:rPr lang="en-US" sz="700" b="1" dirty="0">
                <a:solidFill>
                  <a:schemeClr val="tx1"/>
                </a:solidFill>
              </a:rPr>
              <a:t>RAGHAV  BAGLA (SCIENCE)</a:t>
            </a:r>
          </a:p>
        </p:txBody>
      </p:sp>
      <p:sp>
        <p:nvSpPr>
          <p:cNvPr id="40" name="Rectangle 39"/>
          <p:cNvSpPr>
            <a:spLocks noChangeAspect="1"/>
          </p:cNvSpPr>
          <p:nvPr/>
        </p:nvSpPr>
        <p:spPr>
          <a:xfrm>
            <a:off x="2782506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>
            <a:spLocks noChangeAspect="1"/>
          </p:cNvSpPr>
          <p:nvPr/>
        </p:nvSpPr>
        <p:spPr>
          <a:xfrm>
            <a:off x="2782506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94.2</a:t>
            </a:r>
            <a:r>
              <a:rPr lang="en-US" sz="700" b="1" dirty="0">
                <a:solidFill>
                  <a:schemeClr val="tx1"/>
                </a:solidFill>
              </a:rPr>
              <a:t>% KIRTI  GIYAMALANI (COMMERCE)</a:t>
            </a:r>
          </a:p>
        </p:txBody>
      </p:sp>
      <p:sp>
        <p:nvSpPr>
          <p:cNvPr id="43" name="Rectangle 42"/>
          <p:cNvSpPr>
            <a:spLocks noChangeAspect="1"/>
          </p:cNvSpPr>
          <p:nvPr/>
        </p:nvSpPr>
        <p:spPr>
          <a:xfrm>
            <a:off x="1901634" y="1389505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>
            <a:spLocks noChangeAspect="1"/>
          </p:cNvSpPr>
          <p:nvPr/>
        </p:nvSpPr>
        <p:spPr>
          <a:xfrm>
            <a:off x="1901634" y="2221309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94.2</a:t>
            </a:r>
            <a:r>
              <a:rPr lang="en-US" sz="700" b="1" dirty="0">
                <a:solidFill>
                  <a:schemeClr val="tx1"/>
                </a:solidFill>
              </a:rPr>
              <a:t>% JESSICA  AGARWAL (COMMERCE)</a:t>
            </a:r>
          </a:p>
        </p:txBody>
      </p:sp>
      <p:sp>
        <p:nvSpPr>
          <p:cNvPr id="46" name="Rectangle 45"/>
          <p:cNvSpPr>
            <a:spLocks noChangeAspect="1"/>
          </p:cNvSpPr>
          <p:nvPr/>
        </p:nvSpPr>
        <p:spPr>
          <a:xfrm>
            <a:off x="6287706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>
            <a:spLocks noChangeAspect="1"/>
          </p:cNvSpPr>
          <p:nvPr/>
        </p:nvSpPr>
        <p:spPr>
          <a:xfrm>
            <a:off x="6287706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94% </a:t>
            </a:r>
            <a:r>
              <a:rPr lang="en-US" sz="700" b="1" dirty="0">
                <a:solidFill>
                  <a:schemeClr val="tx1"/>
                </a:solidFill>
              </a:rPr>
              <a:t>MEDHA  DANI (COMMERCE)</a:t>
            </a:r>
          </a:p>
        </p:txBody>
      </p:sp>
      <p:sp>
        <p:nvSpPr>
          <p:cNvPr id="49" name="Rectangle 48"/>
          <p:cNvSpPr>
            <a:spLocks noChangeAspect="1"/>
          </p:cNvSpPr>
          <p:nvPr/>
        </p:nvSpPr>
        <p:spPr>
          <a:xfrm>
            <a:off x="3654234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>
            <a:spLocks noChangeAspect="1"/>
          </p:cNvSpPr>
          <p:nvPr/>
        </p:nvSpPr>
        <p:spPr>
          <a:xfrm>
            <a:off x="3654234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94.2</a:t>
            </a:r>
            <a:r>
              <a:rPr lang="en-US" sz="700" b="1" dirty="0">
                <a:solidFill>
                  <a:schemeClr val="tx1"/>
                </a:solidFill>
              </a:rPr>
              <a:t>% ASHWINA  CHAUDHARY (HUMANITIES)</a:t>
            </a:r>
          </a:p>
        </p:txBody>
      </p:sp>
      <p:sp>
        <p:nvSpPr>
          <p:cNvPr id="52" name="Rectangle 51"/>
          <p:cNvSpPr>
            <a:spLocks noChangeAspect="1"/>
          </p:cNvSpPr>
          <p:nvPr/>
        </p:nvSpPr>
        <p:spPr>
          <a:xfrm>
            <a:off x="4535106" y="13950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>
            <a:spLocks noChangeAspect="1"/>
          </p:cNvSpPr>
          <p:nvPr/>
        </p:nvSpPr>
        <p:spPr>
          <a:xfrm>
            <a:off x="4535106" y="22268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94.2</a:t>
            </a:r>
            <a:r>
              <a:rPr lang="en-US" sz="650" b="1" dirty="0">
                <a:solidFill>
                  <a:schemeClr val="tx1"/>
                </a:solidFill>
              </a:rPr>
              <a:t>% RAJASHWI  SAXENA (HUMANITIES)</a:t>
            </a:r>
          </a:p>
        </p:txBody>
      </p:sp>
      <p:sp>
        <p:nvSpPr>
          <p:cNvPr id="55" name="Rectangle 54"/>
          <p:cNvSpPr>
            <a:spLocks noChangeAspect="1"/>
          </p:cNvSpPr>
          <p:nvPr/>
        </p:nvSpPr>
        <p:spPr>
          <a:xfrm>
            <a:off x="7159434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>
            <a:spLocks noChangeAspect="1"/>
          </p:cNvSpPr>
          <p:nvPr/>
        </p:nvSpPr>
        <p:spPr>
          <a:xfrm>
            <a:off x="7159434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93.8% </a:t>
            </a:r>
            <a:r>
              <a:rPr lang="en-US" sz="650" b="1" dirty="0">
                <a:solidFill>
                  <a:schemeClr val="tx1"/>
                </a:solidFill>
              </a:rPr>
              <a:t>RAJVARDHAN  SINGH (SCIENCE)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0" y="711061"/>
            <a:ext cx="8138159" cy="523220"/>
          </a:xfrm>
          <a:prstGeom prst="rect">
            <a:avLst/>
          </a:prstGeom>
          <a:gradFill flip="none" rotWithShape="1">
            <a:gsLst>
              <a:gs pos="67000">
                <a:schemeClr val="bg1"/>
              </a:gs>
              <a:gs pos="100000">
                <a:srgbClr val="92D050"/>
              </a:gs>
            </a:gsLst>
            <a:path path="rect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gradFill flip="none" rotWithShape="1">
                  <a:gsLst>
                    <a:gs pos="52000">
                      <a:schemeClr val="tx1"/>
                    </a:gs>
                    <a:gs pos="0">
                      <a:srgbClr val="FFC000"/>
                    </a:gs>
                    <a:gs pos="100000">
                      <a:schemeClr val="tx1"/>
                    </a:gs>
                  </a:gsLst>
                  <a:path path="rect">
                    <a:fillToRect l="50000" t="50000" r="50000" b="50000"/>
                  </a:path>
                  <a:tileRect/>
                </a:gradFill>
                <a:latin typeface="Helvetica" pitchFamily="34" charset="0"/>
              </a:rPr>
              <a:t>TOP STUDENTS SECURING 90% AND ABOVE</a:t>
            </a:r>
            <a:endParaRPr lang="en-US" sz="2800" b="1" dirty="0">
              <a:gradFill flip="none" rotWithShape="1">
                <a:gsLst>
                  <a:gs pos="52000">
                    <a:schemeClr val="tx1"/>
                  </a:gs>
                  <a:gs pos="0">
                    <a:srgbClr val="FFC000"/>
                  </a:gs>
                  <a:gs pos="100000">
                    <a:schemeClr val="tx1"/>
                  </a:gs>
                </a:gsLst>
                <a:path path="rect">
                  <a:fillToRect l="50000" t="50000" r="50000" b="50000"/>
                </a:path>
                <a:tileRect/>
              </a:gradFill>
              <a:latin typeface="Helvetica" pitchFamily="34" charset="0"/>
            </a:endParaRPr>
          </a:p>
        </p:txBody>
      </p:sp>
      <p:grpSp>
        <p:nvGrpSpPr>
          <p:cNvPr id="114" name="Group 113"/>
          <p:cNvGrpSpPr/>
          <p:nvPr/>
        </p:nvGrpSpPr>
        <p:grpSpPr>
          <a:xfrm>
            <a:off x="-1" y="-15399"/>
            <a:ext cx="8138160" cy="668915"/>
            <a:chOff x="-1" y="-15399"/>
            <a:chExt cx="8138160" cy="668915"/>
          </a:xfrm>
        </p:grpSpPr>
        <p:grpSp>
          <p:nvGrpSpPr>
            <p:cNvPr id="115" name="Group 114"/>
            <p:cNvGrpSpPr/>
            <p:nvPr/>
          </p:nvGrpSpPr>
          <p:grpSpPr>
            <a:xfrm>
              <a:off x="-1" y="-15399"/>
              <a:ext cx="8138160" cy="642312"/>
              <a:chOff x="-1" y="-15399"/>
              <a:chExt cx="8138160" cy="642312"/>
            </a:xfrm>
          </p:grpSpPr>
          <p:sp>
            <p:nvSpPr>
              <p:cNvPr id="118" name="TextBox 117"/>
              <p:cNvSpPr txBox="1"/>
              <p:nvPr/>
            </p:nvSpPr>
            <p:spPr>
              <a:xfrm>
                <a:off x="-1" y="-15399"/>
                <a:ext cx="8138160" cy="640080"/>
              </a:xfrm>
              <a:prstGeom prst="rect">
                <a:avLst/>
              </a:prstGeom>
              <a:gradFill>
                <a:gsLst>
                  <a:gs pos="0">
                    <a:srgbClr val="92D050"/>
                  </a:gs>
                  <a:gs pos="72000">
                    <a:srgbClr val="D4FB8F"/>
                  </a:gs>
                  <a:gs pos="100000">
                    <a:srgbClr val="FFCC00">
                      <a:alpha val="99000"/>
                    </a:srgb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latin typeface="Cambria" pitchFamily="18" charset="0"/>
                  </a:rPr>
                  <a:t>DELHI </a:t>
                </a:r>
                <a:r>
                  <a:rPr lang="en-US" sz="2900" b="1" dirty="0">
                    <a:latin typeface="Cambria" pitchFamily="18" charset="0"/>
                  </a:rPr>
                  <a:t>PUBLIC</a:t>
                </a:r>
                <a:r>
                  <a:rPr lang="en-US" sz="2800" b="1" dirty="0">
                    <a:latin typeface="Cambria" pitchFamily="18" charset="0"/>
                  </a:rPr>
                  <a:t> SCHOOL AGRA</a:t>
                </a:r>
              </a:p>
            </p:txBody>
          </p:sp>
          <p:pic>
            <p:nvPicPr>
              <p:cNvPr id="119" name="Picture 2" descr="\\SEILDPS2\atproffdata\khushbant singh\dps PNG logo - Copy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1284" y="54297"/>
                <a:ext cx="460878" cy="5703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0" name="TextBox 119"/>
              <p:cNvSpPr txBox="1"/>
              <p:nvPr/>
            </p:nvSpPr>
            <p:spPr>
              <a:xfrm>
                <a:off x="0" y="396081"/>
                <a:ext cx="813752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latin typeface="Arial" pitchFamily="34" charset="0"/>
                    <a:cs typeface="Arial" pitchFamily="34" charset="0"/>
                  </a:rPr>
                  <a:t>(Under the aegis of The Delhi Public School Society, East of Kailash, New </a:t>
                </a:r>
                <a:r>
                  <a:rPr lang="en-US" sz="900" b="1" dirty="0" smtClean="0">
                    <a:latin typeface="Arial" pitchFamily="34" charset="0"/>
                    <a:cs typeface="Arial" pitchFamily="34" charset="0"/>
                  </a:rPr>
                  <a:t>Delhi)</a:t>
                </a:r>
                <a:endParaRPr lang="en-US" sz="900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pic>
          <p:nvPicPr>
            <p:cNvPr id="116" name="Picture 2" descr="C:\Users\admin\Downloads\unnamed (2)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1016" y="25462"/>
              <a:ext cx="1523999" cy="628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7" name="TextBox 116"/>
            <p:cNvSpPr txBox="1"/>
            <p:nvPr/>
          </p:nvSpPr>
          <p:spPr>
            <a:xfrm>
              <a:off x="6765213" y="54297"/>
              <a:ext cx="118974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 smtClean="0">
                  <a:latin typeface="Cambria" pitchFamily="18" charset="0"/>
                </a:rPr>
                <a:t>GRADE-XII</a:t>
              </a:r>
            </a:p>
            <a:p>
              <a:pPr algn="ctr"/>
              <a:r>
                <a:rPr lang="en-US" b="1" dirty="0" smtClean="0">
                  <a:latin typeface="Cambria" pitchFamily="18" charset="0"/>
                </a:rPr>
                <a:t>2021</a:t>
              </a:r>
              <a:endParaRPr lang="en-US" b="1" dirty="0">
                <a:latin typeface="Cambria" pitchFamily="18" charset="0"/>
              </a:endParaRPr>
            </a:p>
          </p:txBody>
        </p:sp>
      </p:grpSp>
      <p:sp>
        <p:nvSpPr>
          <p:cNvPr id="91" name="Rectangle 90"/>
          <p:cNvSpPr>
            <a:spLocks noChangeAspect="1"/>
          </p:cNvSpPr>
          <p:nvPr/>
        </p:nvSpPr>
        <p:spPr>
          <a:xfrm>
            <a:off x="149034" y="28428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>
            <a:spLocks noChangeAspect="1"/>
          </p:cNvSpPr>
          <p:nvPr/>
        </p:nvSpPr>
        <p:spPr>
          <a:xfrm>
            <a:off x="149034" y="36746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93.6% </a:t>
            </a:r>
            <a:r>
              <a:rPr lang="en-US" sz="700" b="1" dirty="0">
                <a:solidFill>
                  <a:schemeClr val="tx1"/>
                </a:solidFill>
              </a:rPr>
              <a:t>NIKHIL  SABHARWAL (SCIENCE)</a:t>
            </a:r>
          </a:p>
        </p:txBody>
      </p:sp>
      <p:sp>
        <p:nvSpPr>
          <p:cNvPr id="93" name="Rectangle 92"/>
          <p:cNvSpPr>
            <a:spLocks noChangeAspect="1"/>
          </p:cNvSpPr>
          <p:nvPr/>
        </p:nvSpPr>
        <p:spPr>
          <a:xfrm>
            <a:off x="1029906" y="28344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>
            <a:spLocks noChangeAspect="1"/>
          </p:cNvSpPr>
          <p:nvPr/>
        </p:nvSpPr>
        <p:spPr>
          <a:xfrm>
            <a:off x="1029906" y="36662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93.4% </a:t>
            </a:r>
            <a:r>
              <a:rPr lang="en-US" sz="700" b="1" dirty="0">
                <a:solidFill>
                  <a:schemeClr val="tx1"/>
                </a:solidFill>
              </a:rPr>
              <a:t>SHARDUL  CHARAG (SCIENCE)</a:t>
            </a:r>
          </a:p>
        </p:txBody>
      </p:sp>
      <p:sp>
        <p:nvSpPr>
          <p:cNvPr id="95" name="Rectangle 94"/>
          <p:cNvSpPr>
            <a:spLocks noChangeAspect="1"/>
          </p:cNvSpPr>
          <p:nvPr/>
        </p:nvSpPr>
        <p:spPr>
          <a:xfrm>
            <a:off x="1901634" y="28344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>
            <a:spLocks noChangeAspect="1"/>
          </p:cNvSpPr>
          <p:nvPr/>
        </p:nvSpPr>
        <p:spPr>
          <a:xfrm>
            <a:off x="1901634" y="36662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93.4% </a:t>
            </a:r>
            <a:r>
              <a:rPr lang="en-US" sz="650" b="1" dirty="0">
                <a:solidFill>
                  <a:schemeClr val="tx1"/>
                </a:solidFill>
              </a:rPr>
              <a:t>VRISHBHANVI  SINGH (COMMERCE)</a:t>
            </a:r>
          </a:p>
        </p:txBody>
      </p:sp>
      <p:sp>
        <p:nvSpPr>
          <p:cNvPr id="97" name="Rectangle 96"/>
          <p:cNvSpPr>
            <a:spLocks noChangeAspect="1"/>
          </p:cNvSpPr>
          <p:nvPr/>
        </p:nvSpPr>
        <p:spPr>
          <a:xfrm>
            <a:off x="2782506" y="28344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>
            <a:spLocks noChangeAspect="1"/>
          </p:cNvSpPr>
          <p:nvPr/>
        </p:nvSpPr>
        <p:spPr>
          <a:xfrm>
            <a:off x="2782506" y="36662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93.4% </a:t>
            </a:r>
            <a:r>
              <a:rPr lang="en-US" sz="700" b="1" dirty="0">
                <a:solidFill>
                  <a:schemeClr val="tx1"/>
                </a:solidFill>
              </a:rPr>
              <a:t>BHAUMIK  SHAKYA (HUMANITIES)</a:t>
            </a:r>
          </a:p>
        </p:txBody>
      </p:sp>
      <p:sp>
        <p:nvSpPr>
          <p:cNvPr id="99" name="Rectangle 98"/>
          <p:cNvSpPr>
            <a:spLocks noChangeAspect="1"/>
          </p:cNvSpPr>
          <p:nvPr/>
        </p:nvSpPr>
        <p:spPr>
          <a:xfrm>
            <a:off x="3654234" y="2836446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>
            <a:spLocks noChangeAspect="1"/>
          </p:cNvSpPr>
          <p:nvPr/>
        </p:nvSpPr>
        <p:spPr>
          <a:xfrm>
            <a:off x="3654234" y="3668250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93.4%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HARINI  </a:t>
            </a:r>
            <a:r>
              <a:rPr lang="en-US" sz="700" b="1" dirty="0">
                <a:solidFill>
                  <a:schemeClr val="tx1"/>
                </a:solidFill>
              </a:rPr>
              <a:t>SATISH (HUMANITIES)</a:t>
            </a:r>
          </a:p>
        </p:txBody>
      </p:sp>
      <p:sp>
        <p:nvSpPr>
          <p:cNvPr id="101" name="Rectangle 100"/>
          <p:cNvSpPr>
            <a:spLocks noChangeAspect="1"/>
          </p:cNvSpPr>
          <p:nvPr/>
        </p:nvSpPr>
        <p:spPr>
          <a:xfrm>
            <a:off x="4535106" y="28428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>
            <a:spLocks noChangeAspect="1"/>
          </p:cNvSpPr>
          <p:nvPr/>
        </p:nvSpPr>
        <p:spPr>
          <a:xfrm>
            <a:off x="4535106" y="36746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93.4%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PULKIT  </a:t>
            </a:r>
            <a:r>
              <a:rPr lang="en-US" sz="700" b="1" dirty="0">
                <a:solidFill>
                  <a:schemeClr val="tx1"/>
                </a:solidFill>
              </a:rPr>
              <a:t>SINGH (COMMERCE)</a:t>
            </a:r>
          </a:p>
        </p:txBody>
      </p:sp>
      <p:sp>
        <p:nvSpPr>
          <p:cNvPr id="103" name="Rectangle 102"/>
          <p:cNvSpPr>
            <a:spLocks noChangeAspect="1"/>
          </p:cNvSpPr>
          <p:nvPr/>
        </p:nvSpPr>
        <p:spPr>
          <a:xfrm>
            <a:off x="5406834" y="2836446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>
            <a:spLocks noChangeAspect="1"/>
          </p:cNvSpPr>
          <p:nvPr/>
        </p:nvSpPr>
        <p:spPr>
          <a:xfrm>
            <a:off x="5406834" y="3668250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93% </a:t>
            </a:r>
            <a:r>
              <a:rPr lang="en-US" sz="650" b="1" dirty="0">
                <a:solidFill>
                  <a:schemeClr val="tx1"/>
                </a:solidFill>
              </a:rPr>
              <a:t>JAIVARDHAN  SINGH (SCIENCE)</a:t>
            </a:r>
          </a:p>
        </p:txBody>
      </p:sp>
      <p:sp>
        <p:nvSpPr>
          <p:cNvPr id="105" name="Rectangle 104"/>
          <p:cNvSpPr>
            <a:spLocks noChangeAspect="1"/>
          </p:cNvSpPr>
          <p:nvPr/>
        </p:nvSpPr>
        <p:spPr>
          <a:xfrm>
            <a:off x="1029906" y="428174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>
            <a:spLocks noChangeAspect="1"/>
          </p:cNvSpPr>
          <p:nvPr/>
        </p:nvSpPr>
        <p:spPr>
          <a:xfrm>
            <a:off x="1029906" y="511354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92.8% </a:t>
            </a:r>
            <a:r>
              <a:rPr lang="en-US" sz="700" b="1" dirty="0">
                <a:solidFill>
                  <a:schemeClr val="tx1"/>
                </a:solidFill>
              </a:rPr>
              <a:t>HIMANSHU  AGARWAL (COMMERCE)</a:t>
            </a:r>
          </a:p>
        </p:txBody>
      </p:sp>
      <p:sp>
        <p:nvSpPr>
          <p:cNvPr id="107" name="Rectangle 106"/>
          <p:cNvSpPr>
            <a:spLocks noChangeAspect="1"/>
          </p:cNvSpPr>
          <p:nvPr/>
        </p:nvSpPr>
        <p:spPr>
          <a:xfrm>
            <a:off x="6287706" y="2836446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>
            <a:spLocks noChangeAspect="1"/>
          </p:cNvSpPr>
          <p:nvPr/>
        </p:nvSpPr>
        <p:spPr>
          <a:xfrm>
            <a:off x="6287706" y="3668250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93% </a:t>
            </a:r>
            <a:r>
              <a:rPr lang="en-US" sz="700" b="1" dirty="0">
                <a:solidFill>
                  <a:schemeClr val="tx1"/>
                </a:solidFill>
              </a:rPr>
              <a:t>PULKIT  KHURANA (HUMANITIES)</a:t>
            </a:r>
          </a:p>
        </p:txBody>
      </p:sp>
      <p:sp>
        <p:nvSpPr>
          <p:cNvPr id="109" name="Rectangle 108"/>
          <p:cNvSpPr>
            <a:spLocks noChangeAspect="1"/>
          </p:cNvSpPr>
          <p:nvPr/>
        </p:nvSpPr>
        <p:spPr>
          <a:xfrm>
            <a:off x="7159434" y="28344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>
            <a:spLocks noChangeAspect="1"/>
          </p:cNvSpPr>
          <p:nvPr/>
        </p:nvSpPr>
        <p:spPr>
          <a:xfrm>
            <a:off x="7159434" y="36662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93% </a:t>
            </a:r>
            <a:r>
              <a:rPr lang="en-US" sz="700" b="1" dirty="0">
                <a:solidFill>
                  <a:schemeClr val="tx1"/>
                </a:solidFill>
              </a:rPr>
              <a:t>RONIT KUMAR SINGH (HUMANITIES)</a:t>
            </a:r>
          </a:p>
        </p:txBody>
      </p:sp>
      <p:sp>
        <p:nvSpPr>
          <p:cNvPr id="111" name="Rectangle 110"/>
          <p:cNvSpPr>
            <a:spLocks noChangeAspect="1"/>
          </p:cNvSpPr>
          <p:nvPr/>
        </p:nvSpPr>
        <p:spPr>
          <a:xfrm>
            <a:off x="149034" y="42770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>
            <a:spLocks noChangeAspect="1"/>
          </p:cNvSpPr>
          <p:nvPr/>
        </p:nvSpPr>
        <p:spPr>
          <a:xfrm>
            <a:off x="149034" y="51088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92.8%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SAHIL  </a:t>
            </a:r>
            <a:r>
              <a:rPr lang="en-US" sz="700" b="1" dirty="0">
                <a:solidFill>
                  <a:schemeClr val="tx1"/>
                </a:solidFill>
              </a:rPr>
              <a:t>JAIN (COMMERCE)</a:t>
            </a:r>
          </a:p>
        </p:txBody>
      </p:sp>
      <p:sp>
        <p:nvSpPr>
          <p:cNvPr id="121" name="Rectangle 120"/>
          <p:cNvSpPr>
            <a:spLocks noChangeAspect="1"/>
          </p:cNvSpPr>
          <p:nvPr/>
        </p:nvSpPr>
        <p:spPr>
          <a:xfrm>
            <a:off x="1901634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>
            <a:spLocks noChangeAspect="1"/>
          </p:cNvSpPr>
          <p:nvPr/>
        </p:nvSpPr>
        <p:spPr>
          <a:xfrm>
            <a:off x="1901634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92.6</a:t>
            </a:r>
            <a:r>
              <a:rPr lang="en-US" sz="650" b="1" dirty="0">
                <a:solidFill>
                  <a:schemeClr val="tx1"/>
                </a:solidFill>
              </a:rPr>
              <a:t>% ANSH  MEHANDIRATTA (COMMERCE)</a:t>
            </a:r>
          </a:p>
        </p:txBody>
      </p:sp>
      <p:sp>
        <p:nvSpPr>
          <p:cNvPr id="123" name="Rectangle 122"/>
          <p:cNvSpPr>
            <a:spLocks noChangeAspect="1"/>
          </p:cNvSpPr>
          <p:nvPr/>
        </p:nvSpPr>
        <p:spPr>
          <a:xfrm>
            <a:off x="2782506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>
            <a:spLocks noChangeAspect="1"/>
          </p:cNvSpPr>
          <p:nvPr/>
        </p:nvSpPr>
        <p:spPr>
          <a:xfrm>
            <a:off x="2782506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92.6</a:t>
            </a:r>
            <a:r>
              <a:rPr lang="en-US" sz="700" b="1" dirty="0">
                <a:solidFill>
                  <a:schemeClr val="tx1"/>
                </a:solidFill>
              </a:rPr>
              <a:t>% PRAB JOT KAUR (COMMERCE)</a:t>
            </a:r>
          </a:p>
        </p:txBody>
      </p:sp>
      <p:sp>
        <p:nvSpPr>
          <p:cNvPr id="125" name="Rectangle 124"/>
          <p:cNvSpPr>
            <a:spLocks noChangeAspect="1"/>
          </p:cNvSpPr>
          <p:nvPr/>
        </p:nvSpPr>
        <p:spPr>
          <a:xfrm>
            <a:off x="3654234" y="4284246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>
            <a:spLocks noChangeAspect="1"/>
          </p:cNvSpPr>
          <p:nvPr/>
        </p:nvSpPr>
        <p:spPr>
          <a:xfrm>
            <a:off x="3654234" y="5116050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92.6</a:t>
            </a:r>
            <a:r>
              <a:rPr lang="en-US" sz="700" b="1" dirty="0">
                <a:solidFill>
                  <a:schemeClr val="tx1"/>
                </a:solidFill>
              </a:rPr>
              <a:t>% RAGHAV  BANSAL (COMMERCE)</a:t>
            </a:r>
          </a:p>
        </p:txBody>
      </p:sp>
      <p:sp>
        <p:nvSpPr>
          <p:cNvPr id="127" name="Rectangle 126"/>
          <p:cNvSpPr>
            <a:spLocks noChangeAspect="1"/>
          </p:cNvSpPr>
          <p:nvPr/>
        </p:nvSpPr>
        <p:spPr>
          <a:xfrm>
            <a:off x="4535106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/>
          <p:cNvSpPr>
            <a:spLocks noChangeAspect="1"/>
          </p:cNvSpPr>
          <p:nvPr/>
        </p:nvSpPr>
        <p:spPr>
          <a:xfrm>
            <a:off x="4535106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92.6</a:t>
            </a:r>
            <a:r>
              <a:rPr lang="en-US" sz="700" b="1" dirty="0">
                <a:solidFill>
                  <a:schemeClr val="tx1"/>
                </a:solidFill>
              </a:rPr>
              <a:t>% SAJAL  BANSAL (COMMERCE)</a:t>
            </a:r>
          </a:p>
        </p:txBody>
      </p:sp>
      <p:sp>
        <p:nvSpPr>
          <p:cNvPr id="165" name="Rectangle 164"/>
          <p:cNvSpPr>
            <a:spLocks noChangeAspect="1"/>
          </p:cNvSpPr>
          <p:nvPr/>
        </p:nvSpPr>
        <p:spPr>
          <a:xfrm>
            <a:off x="5406834" y="4284246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/>
          <p:cNvSpPr>
            <a:spLocks noChangeAspect="1"/>
          </p:cNvSpPr>
          <p:nvPr/>
        </p:nvSpPr>
        <p:spPr>
          <a:xfrm>
            <a:off x="5406834" y="5116050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92.4%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SPARSH  </a:t>
            </a:r>
            <a:r>
              <a:rPr lang="en-US" sz="700" b="1" dirty="0">
                <a:solidFill>
                  <a:schemeClr val="tx1"/>
                </a:solidFill>
              </a:rPr>
              <a:t>JAIN (COMMERCE)</a:t>
            </a:r>
          </a:p>
        </p:txBody>
      </p:sp>
      <p:sp>
        <p:nvSpPr>
          <p:cNvPr id="167" name="Rectangle 166"/>
          <p:cNvSpPr>
            <a:spLocks noChangeAspect="1"/>
          </p:cNvSpPr>
          <p:nvPr/>
        </p:nvSpPr>
        <p:spPr>
          <a:xfrm>
            <a:off x="6287706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/>
          <p:cNvSpPr>
            <a:spLocks noChangeAspect="1"/>
          </p:cNvSpPr>
          <p:nvPr/>
        </p:nvSpPr>
        <p:spPr>
          <a:xfrm>
            <a:off x="6287706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92.4%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KAVYA  </a:t>
            </a:r>
            <a:r>
              <a:rPr lang="en-US" sz="700" b="1" dirty="0">
                <a:solidFill>
                  <a:schemeClr val="tx1"/>
                </a:solidFill>
              </a:rPr>
              <a:t>DIXIT (HUMANITIES)</a:t>
            </a:r>
          </a:p>
        </p:txBody>
      </p:sp>
      <p:sp>
        <p:nvSpPr>
          <p:cNvPr id="169" name="Rectangle 168"/>
          <p:cNvSpPr>
            <a:spLocks noChangeAspect="1"/>
          </p:cNvSpPr>
          <p:nvPr/>
        </p:nvSpPr>
        <p:spPr>
          <a:xfrm>
            <a:off x="7159434" y="4284246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/>
          <p:cNvSpPr>
            <a:spLocks noChangeAspect="1"/>
          </p:cNvSpPr>
          <p:nvPr/>
        </p:nvSpPr>
        <p:spPr>
          <a:xfrm>
            <a:off x="7159434" y="5116050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92.4% </a:t>
            </a:r>
            <a:r>
              <a:rPr lang="en-US" sz="700" b="1" dirty="0">
                <a:solidFill>
                  <a:schemeClr val="tx1"/>
                </a:solidFill>
              </a:rPr>
              <a:t>RITIKA  KHANDELWAL (HUMANITIES)</a:t>
            </a:r>
          </a:p>
        </p:txBody>
      </p:sp>
      <p:pic>
        <p:nvPicPr>
          <p:cNvPr id="3075" name="Picture 3" descr="C:\Users\admin\Desktop\2020 xii\SUVRAT  AGARWAAL_2019110381.JP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386" y="14107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admin\Desktop\2020 xii\RAGHAV  BAGLA_2016080255.JP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362" y="14107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C:\Users\admin\Desktop\2020 xii\KIRTI  GIYAMALANI_2017090575.JPG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986" y="14107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Users\admin\Desktop\2020 xii\JESSICA  AGARWAL_2007000461.JPG"/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62" y="1411624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C:\Users\admin\Desktop\2020 xii\MEDHA  DANI_2019110256.JPG"/>
          <p:cNvPicPr>
            <a:picLocks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186" y="14107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C:\Users\admin\Desktop\2020 xii\ASHWINA  CHAUDHARY_2014060350.JPG"/>
          <p:cNvPicPr>
            <a:picLocks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762" y="1408800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 descr="C:\Users\admin\Desktop\2020 xii\RAJASHWI  SAXENA_2019110364.JPG"/>
          <p:cNvPicPr>
            <a:picLocks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586" y="1419126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C:\Users\admin\Desktop\2020 xii\RAJVARDHAN  SINGH_2007000012.JPG"/>
          <p:cNvPicPr>
            <a:picLocks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962" y="1408800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3" name="Picture 11" descr="C:\Users\admin\Desktop\2020 xii\NIKHIL  SABHARWAL_2014060689.JPG"/>
          <p:cNvPicPr>
            <a:picLocks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" y="2873322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C:\Users\admin\Desktop\2020 xii\SHARDUL  CHARAG_2007000545.JPG"/>
          <p:cNvPicPr>
            <a:picLocks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386" y="28649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5" name="Picture 13" descr="C:\Users\admin\Desktop\2020 xii\VRISHBHANVI  SINGH_2008990449.JPG"/>
          <p:cNvPicPr>
            <a:picLocks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62" y="28649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:\Users\admin\Desktop\2020 xii\BHAUMIK  SHAKYA_2019110386.JPG"/>
          <p:cNvPicPr>
            <a:picLocks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986" y="28649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7" name="Picture 15" descr="C:\Users\admin\Desktop\2020 xii\HARINI  SATISH_2019110564.JPG"/>
          <p:cNvPicPr>
            <a:picLocks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762" y="28649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C:\Users\admin\Desktop\2020 xii\PULKIT  SINGH_2019110393.JPG"/>
          <p:cNvPicPr>
            <a:picLocks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586" y="2873322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9" name="Picture 17" descr="C:\Users\admin\Desktop\2020 xii\JAIVARDHAN  SINGH_2019110579.JPG"/>
          <p:cNvPicPr>
            <a:picLocks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362" y="28649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C:\Users\admin\Desktop\2020 xii\HIMANSHU  AGARWAL_2011030117.JPG"/>
          <p:cNvPicPr>
            <a:picLocks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386" y="431428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1" name="Picture 19" descr="C:\Users\admin\Desktop\2020 xii\PULKIT  KHURANA_2007000465.JPG"/>
          <p:cNvPicPr>
            <a:picLocks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234" y="28649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C:\Users\admin\Desktop\2020 xii\RONIT KUMAR SINGH_2019110559.JPG"/>
          <p:cNvPicPr>
            <a:picLocks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962" y="28649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3" name="Picture 21" descr="C:\Users\admin\Desktop\2020 xii\SAHIL  JAIN_2010020511.JPG"/>
          <p:cNvPicPr>
            <a:picLocks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4" y="4312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 descr="C:\Users\admin\Desktop\2020 xii\ANSH  MEHANDIRATTA_2009010436.JPG"/>
          <p:cNvPicPr>
            <a:picLocks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62" y="4312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5" name="Picture 23" descr="C:\Users\admin\Desktop\2020 xii\PRAB JOT KAUR_2019110361.JPG"/>
          <p:cNvPicPr>
            <a:picLocks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986" y="4312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 descr="C:\Users\admin\Desktop\2020 xii\RAGHAV  BANSAL_2008990446.JPG"/>
          <p:cNvPicPr>
            <a:picLocks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762" y="4312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7" name="Picture 25" descr="C:\Users\admin\Desktop\2020 xii\SAJAL  BANSAL_2017090527.JPG"/>
          <p:cNvPicPr>
            <a:picLocks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586" y="4312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 descr="C:\Users\admin\Desktop\2020 xii\SPARSH  JAIN_2007000210.JPG"/>
          <p:cNvPicPr>
            <a:picLocks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362" y="4312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9" name="Picture 27" descr="C:\Users\admin\Desktop\2020 xii\KAVYA  DIXIT_2015070313.JPG"/>
          <p:cNvPicPr>
            <a:picLocks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186" y="4312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0" name="Picture 28" descr="C:\Users\admin\Desktop\2020 xii\RITIKA  KHANDELWAL_2007000571.JPG"/>
          <p:cNvPicPr>
            <a:picLocks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962" y="4312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" name="Rectangle 127"/>
          <p:cNvSpPr>
            <a:spLocks noChangeAspect="1"/>
          </p:cNvSpPr>
          <p:nvPr/>
        </p:nvSpPr>
        <p:spPr>
          <a:xfrm>
            <a:off x="149034" y="139019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>
            <a:spLocks noChangeAspect="1"/>
          </p:cNvSpPr>
          <p:nvPr/>
        </p:nvSpPr>
        <p:spPr>
          <a:xfrm>
            <a:off x="149034" y="222199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94.4%DIVYA  GHATWANI </a:t>
            </a:r>
            <a:r>
              <a:rPr lang="en-US" sz="700" b="1" dirty="0">
                <a:solidFill>
                  <a:schemeClr val="tx1"/>
                </a:solidFill>
              </a:rPr>
              <a:t>(SCIENCE)</a:t>
            </a:r>
          </a:p>
        </p:txBody>
      </p:sp>
      <p:pic>
        <p:nvPicPr>
          <p:cNvPr id="130" name="Picture 27" descr="C:\Users\admin\Desktop\2020 xii\DIVYA  GHATWANI_2017090533.JPG"/>
          <p:cNvPicPr>
            <a:picLocks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4" y="1411624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711785"/>
      </p:ext>
    </p:extLst>
  </p:cSld>
  <p:clrMapOvr>
    <a:masterClrMapping/>
  </p:clrMapOvr>
  <p:transition spd="slow" advClick="0" advTm="15000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l="-34000" r="-3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>
            <a:spLocks noChangeAspect="1"/>
          </p:cNvSpPr>
          <p:nvPr/>
        </p:nvSpPr>
        <p:spPr>
          <a:xfrm>
            <a:off x="1054290" y="1393077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>
            <a:spLocks noChangeAspect="1"/>
          </p:cNvSpPr>
          <p:nvPr/>
        </p:nvSpPr>
        <p:spPr>
          <a:xfrm>
            <a:off x="1054290" y="2224881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92.2% </a:t>
            </a:r>
            <a:r>
              <a:rPr lang="en-US" sz="700" b="1" dirty="0">
                <a:solidFill>
                  <a:schemeClr val="tx1"/>
                </a:solidFill>
              </a:rPr>
              <a:t>KHUSHI  YADAV (HUMANITIES)</a:t>
            </a:r>
          </a:p>
        </p:txBody>
      </p:sp>
      <p:sp>
        <p:nvSpPr>
          <p:cNvPr id="34" name="Rectangle 33"/>
          <p:cNvSpPr>
            <a:spLocks noChangeAspect="1"/>
          </p:cNvSpPr>
          <p:nvPr/>
        </p:nvSpPr>
        <p:spPr>
          <a:xfrm>
            <a:off x="182562" y="1377816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>
            <a:spLocks noChangeAspect="1"/>
          </p:cNvSpPr>
          <p:nvPr/>
        </p:nvSpPr>
        <p:spPr>
          <a:xfrm>
            <a:off x="182562" y="2209620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92.4</a:t>
            </a:r>
            <a:r>
              <a:rPr lang="en-US" sz="650" b="1" dirty="0">
                <a:solidFill>
                  <a:schemeClr val="tx1"/>
                </a:solidFill>
              </a:rPr>
              <a:t>% SANSKRITI  SINGH (HUMANITIES)</a:t>
            </a:r>
          </a:p>
        </p:txBody>
      </p:sp>
      <p:sp>
        <p:nvSpPr>
          <p:cNvPr id="37" name="Rectangle 36"/>
          <p:cNvSpPr>
            <a:spLocks noChangeAspect="1"/>
          </p:cNvSpPr>
          <p:nvPr/>
        </p:nvSpPr>
        <p:spPr>
          <a:xfrm>
            <a:off x="1935162" y="1393077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>
            <a:spLocks noChangeAspect="1"/>
          </p:cNvSpPr>
          <p:nvPr/>
        </p:nvSpPr>
        <p:spPr>
          <a:xfrm>
            <a:off x="1935162" y="2224881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92% </a:t>
            </a:r>
            <a:r>
              <a:rPr lang="en-US" sz="700" b="1" dirty="0">
                <a:solidFill>
                  <a:schemeClr val="tx1"/>
                </a:solidFill>
              </a:rPr>
              <a:t>VRITI  PARASWANI (COMMERCE)</a:t>
            </a:r>
          </a:p>
        </p:txBody>
      </p:sp>
      <p:sp>
        <p:nvSpPr>
          <p:cNvPr id="40" name="Rectangle 39"/>
          <p:cNvSpPr>
            <a:spLocks noChangeAspect="1"/>
          </p:cNvSpPr>
          <p:nvPr/>
        </p:nvSpPr>
        <p:spPr>
          <a:xfrm>
            <a:off x="2806890" y="1393077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>
            <a:spLocks noChangeAspect="1"/>
          </p:cNvSpPr>
          <p:nvPr/>
        </p:nvSpPr>
        <p:spPr>
          <a:xfrm>
            <a:off x="2806890" y="2224881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92% </a:t>
            </a:r>
            <a:r>
              <a:rPr lang="en-US" sz="700" b="1" dirty="0">
                <a:solidFill>
                  <a:schemeClr val="tx1"/>
                </a:solidFill>
              </a:rPr>
              <a:t>TANISHA  AGARWAL (COMMERCE)</a:t>
            </a:r>
          </a:p>
        </p:txBody>
      </p:sp>
      <p:sp>
        <p:nvSpPr>
          <p:cNvPr id="43" name="Rectangle 42"/>
          <p:cNvSpPr>
            <a:spLocks noChangeAspect="1"/>
          </p:cNvSpPr>
          <p:nvPr/>
        </p:nvSpPr>
        <p:spPr>
          <a:xfrm>
            <a:off x="6312090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>
            <a:spLocks noChangeAspect="1"/>
          </p:cNvSpPr>
          <p:nvPr/>
        </p:nvSpPr>
        <p:spPr>
          <a:xfrm>
            <a:off x="6312090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91.6% </a:t>
            </a:r>
            <a:r>
              <a:rPr lang="en-US" sz="700" b="1" dirty="0">
                <a:solidFill>
                  <a:schemeClr val="tx1"/>
                </a:solidFill>
              </a:rPr>
              <a:t>PANDIRI NEETHU PRIYA (SCIENCE)</a:t>
            </a:r>
          </a:p>
        </p:txBody>
      </p:sp>
      <p:sp>
        <p:nvSpPr>
          <p:cNvPr id="46" name="Rectangle 45"/>
          <p:cNvSpPr>
            <a:spLocks noChangeAspect="1"/>
          </p:cNvSpPr>
          <p:nvPr/>
        </p:nvSpPr>
        <p:spPr>
          <a:xfrm>
            <a:off x="5440362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>
            <a:spLocks noChangeAspect="1"/>
          </p:cNvSpPr>
          <p:nvPr/>
        </p:nvSpPr>
        <p:spPr>
          <a:xfrm>
            <a:off x="5440362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91.6%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YUKTI  </a:t>
            </a:r>
            <a:r>
              <a:rPr lang="en-US" sz="700" b="1" dirty="0">
                <a:solidFill>
                  <a:schemeClr val="tx1"/>
                </a:solidFill>
              </a:rPr>
              <a:t>ARORA (SCIENCE)</a:t>
            </a:r>
          </a:p>
        </p:txBody>
      </p:sp>
      <p:sp>
        <p:nvSpPr>
          <p:cNvPr id="49" name="Rectangle 48"/>
          <p:cNvSpPr>
            <a:spLocks noChangeAspect="1"/>
          </p:cNvSpPr>
          <p:nvPr/>
        </p:nvSpPr>
        <p:spPr>
          <a:xfrm>
            <a:off x="3687762" y="138770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>
            <a:spLocks noChangeAspect="1"/>
          </p:cNvSpPr>
          <p:nvPr/>
        </p:nvSpPr>
        <p:spPr>
          <a:xfrm>
            <a:off x="3687762" y="221950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91.8%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CHARVI THAPAR </a:t>
            </a:r>
            <a:r>
              <a:rPr lang="en-US" sz="700" b="1" dirty="0">
                <a:solidFill>
                  <a:schemeClr val="tx1"/>
                </a:solidFill>
              </a:rPr>
              <a:t>(COMMERCE)</a:t>
            </a:r>
          </a:p>
        </p:txBody>
      </p:sp>
      <p:sp>
        <p:nvSpPr>
          <p:cNvPr id="52" name="Rectangle 51"/>
          <p:cNvSpPr>
            <a:spLocks noChangeAspect="1"/>
          </p:cNvSpPr>
          <p:nvPr/>
        </p:nvSpPr>
        <p:spPr>
          <a:xfrm>
            <a:off x="7192962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>
            <a:spLocks noChangeAspect="1"/>
          </p:cNvSpPr>
          <p:nvPr/>
        </p:nvSpPr>
        <p:spPr>
          <a:xfrm>
            <a:off x="7192962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91.6% </a:t>
            </a:r>
            <a:r>
              <a:rPr lang="en-US" sz="700" b="1" dirty="0">
                <a:solidFill>
                  <a:schemeClr val="tx1"/>
                </a:solidFill>
              </a:rPr>
              <a:t>HARSH  AGARWAL (COMMERCE)</a:t>
            </a:r>
          </a:p>
        </p:txBody>
      </p:sp>
      <p:sp>
        <p:nvSpPr>
          <p:cNvPr id="55" name="Rectangle 54"/>
          <p:cNvSpPr>
            <a:spLocks noChangeAspect="1"/>
          </p:cNvSpPr>
          <p:nvPr/>
        </p:nvSpPr>
        <p:spPr>
          <a:xfrm>
            <a:off x="4559490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>
            <a:spLocks noChangeAspect="1"/>
          </p:cNvSpPr>
          <p:nvPr/>
        </p:nvSpPr>
        <p:spPr>
          <a:xfrm>
            <a:off x="4559490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91.8% ISHITA  AGARWAL </a:t>
            </a:r>
            <a:r>
              <a:rPr lang="en-US" sz="700" b="1" dirty="0">
                <a:solidFill>
                  <a:schemeClr val="tx1"/>
                </a:solidFill>
              </a:rPr>
              <a:t>(HUMANITIES)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0" y="711061"/>
            <a:ext cx="8138159" cy="523220"/>
          </a:xfrm>
          <a:prstGeom prst="rect">
            <a:avLst/>
          </a:prstGeom>
          <a:gradFill flip="none" rotWithShape="1">
            <a:gsLst>
              <a:gs pos="67000">
                <a:schemeClr val="bg1"/>
              </a:gs>
              <a:gs pos="100000">
                <a:srgbClr val="92D050"/>
              </a:gs>
            </a:gsLst>
            <a:path path="rect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gradFill flip="none" rotWithShape="1">
                  <a:gsLst>
                    <a:gs pos="52000">
                      <a:schemeClr val="tx1"/>
                    </a:gs>
                    <a:gs pos="0">
                      <a:srgbClr val="FFC000"/>
                    </a:gs>
                    <a:gs pos="100000">
                      <a:schemeClr val="tx1"/>
                    </a:gs>
                  </a:gsLst>
                  <a:path path="rect">
                    <a:fillToRect l="50000" t="50000" r="50000" b="50000"/>
                  </a:path>
                  <a:tileRect/>
                </a:gradFill>
                <a:latin typeface="Helvetica" pitchFamily="34" charset="0"/>
              </a:rPr>
              <a:t>TOP STUDENTS SECURING 90% AND ABOVE</a:t>
            </a:r>
            <a:endParaRPr lang="en-US" sz="2800" b="1" dirty="0">
              <a:gradFill flip="none" rotWithShape="1">
                <a:gsLst>
                  <a:gs pos="52000">
                    <a:schemeClr val="tx1"/>
                  </a:gs>
                  <a:gs pos="0">
                    <a:srgbClr val="FFC000"/>
                  </a:gs>
                  <a:gs pos="100000">
                    <a:schemeClr val="tx1"/>
                  </a:gs>
                </a:gsLst>
                <a:path path="rect">
                  <a:fillToRect l="50000" t="50000" r="50000" b="50000"/>
                </a:path>
                <a:tileRect/>
              </a:gradFill>
              <a:latin typeface="Helvetica" pitchFamily="34" charset="0"/>
            </a:endParaRPr>
          </a:p>
        </p:txBody>
      </p:sp>
      <p:grpSp>
        <p:nvGrpSpPr>
          <p:cNvPr id="114" name="Group 113"/>
          <p:cNvGrpSpPr/>
          <p:nvPr/>
        </p:nvGrpSpPr>
        <p:grpSpPr>
          <a:xfrm>
            <a:off x="-1" y="-15399"/>
            <a:ext cx="8138160" cy="668915"/>
            <a:chOff x="-1" y="-15399"/>
            <a:chExt cx="8138160" cy="668915"/>
          </a:xfrm>
        </p:grpSpPr>
        <p:grpSp>
          <p:nvGrpSpPr>
            <p:cNvPr id="115" name="Group 114"/>
            <p:cNvGrpSpPr/>
            <p:nvPr/>
          </p:nvGrpSpPr>
          <p:grpSpPr>
            <a:xfrm>
              <a:off x="-1" y="-15399"/>
              <a:ext cx="8138160" cy="642312"/>
              <a:chOff x="-1" y="-15399"/>
              <a:chExt cx="8138160" cy="642312"/>
            </a:xfrm>
          </p:grpSpPr>
          <p:sp>
            <p:nvSpPr>
              <p:cNvPr id="118" name="TextBox 117"/>
              <p:cNvSpPr txBox="1"/>
              <p:nvPr/>
            </p:nvSpPr>
            <p:spPr>
              <a:xfrm>
                <a:off x="-1" y="-15399"/>
                <a:ext cx="8138160" cy="640080"/>
              </a:xfrm>
              <a:prstGeom prst="rect">
                <a:avLst/>
              </a:prstGeom>
              <a:gradFill>
                <a:gsLst>
                  <a:gs pos="0">
                    <a:srgbClr val="92D050"/>
                  </a:gs>
                  <a:gs pos="72000">
                    <a:srgbClr val="D4FB8F"/>
                  </a:gs>
                  <a:gs pos="100000">
                    <a:srgbClr val="FFCC00">
                      <a:alpha val="99000"/>
                    </a:srgb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latin typeface="Cambria" pitchFamily="18" charset="0"/>
                  </a:rPr>
                  <a:t>DELHI </a:t>
                </a:r>
                <a:r>
                  <a:rPr lang="en-US" sz="2900" b="1" dirty="0">
                    <a:latin typeface="Cambria" pitchFamily="18" charset="0"/>
                  </a:rPr>
                  <a:t>PUBLIC</a:t>
                </a:r>
                <a:r>
                  <a:rPr lang="en-US" sz="2800" b="1" dirty="0">
                    <a:latin typeface="Cambria" pitchFamily="18" charset="0"/>
                  </a:rPr>
                  <a:t> SCHOOL AGRA</a:t>
                </a:r>
              </a:p>
            </p:txBody>
          </p:sp>
          <p:pic>
            <p:nvPicPr>
              <p:cNvPr id="119" name="Picture 2" descr="\\SEILDPS2\atproffdata\khushbant singh\dps PNG logo - Copy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1284" y="54297"/>
                <a:ext cx="460878" cy="5703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0" name="TextBox 119"/>
              <p:cNvSpPr txBox="1"/>
              <p:nvPr/>
            </p:nvSpPr>
            <p:spPr>
              <a:xfrm>
                <a:off x="0" y="396081"/>
                <a:ext cx="813752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latin typeface="Arial" pitchFamily="34" charset="0"/>
                    <a:cs typeface="Arial" pitchFamily="34" charset="0"/>
                  </a:rPr>
                  <a:t>(Under the aegis of The Delhi Public School Society, East of Kailash, New </a:t>
                </a:r>
                <a:r>
                  <a:rPr lang="en-US" sz="900" b="1" dirty="0" smtClean="0">
                    <a:latin typeface="Arial" pitchFamily="34" charset="0"/>
                    <a:cs typeface="Arial" pitchFamily="34" charset="0"/>
                  </a:rPr>
                  <a:t>Delhi)</a:t>
                </a:r>
                <a:endParaRPr lang="en-US" sz="900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pic>
          <p:nvPicPr>
            <p:cNvPr id="116" name="Picture 2" descr="C:\Users\admin\Downloads\unnamed (2)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1016" y="25462"/>
              <a:ext cx="1523999" cy="628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7" name="TextBox 116"/>
            <p:cNvSpPr txBox="1"/>
            <p:nvPr/>
          </p:nvSpPr>
          <p:spPr>
            <a:xfrm>
              <a:off x="6765213" y="54297"/>
              <a:ext cx="118974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 smtClean="0">
                  <a:latin typeface="Cambria" pitchFamily="18" charset="0"/>
                </a:rPr>
                <a:t>GRADE-XII</a:t>
              </a:r>
            </a:p>
            <a:p>
              <a:pPr algn="ctr"/>
              <a:r>
                <a:rPr lang="en-US" b="1" dirty="0" smtClean="0">
                  <a:latin typeface="Cambria" pitchFamily="18" charset="0"/>
                </a:rPr>
                <a:t>2021</a:t>
              </a:r>
              <a:endParaRPr lang="en-US" b="1" dirty="0">
                <a:latin typeface="Cambria" pitchFamily="18" charset="0"/>
              </a:endParaRPr>
            </a:p>
          </p:txBody>
        </p:sp>
      </p:grpSp>
      <p:sp>
        <p:nvSpPr>
          <p:cNvPr id="91" name="Rectangle 90"/>
          <p:cNvSpPr>
            <a:spLocks noChangeAspect="1"/>
          </p:cNvSpPr>
          <p:nvPr/>
        </p:nvSpPr>
        <p:spPr>
          <a:xfrm>
            <a:off x="182562" y="28428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>
            <a:spLocks noChangeAspect="1"/>
          </p:cNvSpPr>
          <p:nvPr/>
        </p:nvSpPr>
        <p:spPr>
          <a:xfrm>
            <a:off x="182562" y="36746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91.4%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CHIRAG  </a:t>
            </a:r>
            <a:r>
              <a:rPr lang="en-US" sz="700" b="1" dirty="0">
                <a:solidFill>
                  <a:schemeClr val="tx1"/>
                </a:solidFill>
              </a:rPr>
              <a:t>GARG (COMMERCE)</a:t>
            </a:r>
          </a:p>
        </p:txBody>
      </p:sp>
      <p:sp>
        <p:nvSpPr>
          <p:cNvPr id="93" name="Rectangle 92"/>
          <p:cNvSpPr>
            <a:spLocks noChangeAspect="1"/>
          </p:cNvSpPr>
          <p:nvPr/>
        </p:nvSpPr>
        <p:spPr>
          <a:xfrm>
            <a:off x="1054290" y="28428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>
            <a:spLocks noChangeAspect="1"/>
          </p:cNvSpPr>
          <p:nvPr/>
        </p:nvSpPr>
        <p:spPr>
          <a:xfrm>
            <a:off x="1054290" y="36746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91.4% </a:t>
            </a:r>
            <a:r>
              <a:rPr lang="en-US" sz="700" b="1" dirty="0">
                <a:solidFill>
                  <a:schemeClr val="tx1"/>
                </a:solidFill>
              </a:rPr>
              <a:t>JHALAK  CHAUDHARY (HUMANITIES)</a:t>
            </a:r>
          </a:p>
        </p:txBody>
      </p:sp>
      <p:sp>
        <p:nvSpPr>
          <p:cNvPr id="95" name="Rectangle 94"/>
          <p:cNvSpPr>
            <a:spLocks noChangeAspect="1"/>
          </p:cNvSpPr>
          <p:nvPr/>
        </p:nvSpPr>
        <p:spPr>
          <a:xfrm>
            <a:off x="1935162" y="28428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>
            <a:spLocks noChangeAspect="1"/>
          </p:cNvSpPr>
          <p:nvPr/>
        </p:nvSpPr>
        <p:spPr>
          <a:xfrm>
            <a:off x="1935162" y="36746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91.4%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MANAV BAREJA </a:t>
            </a:r>
            <a:r>
              <a:rPr lang="en-US" sz="700" b="1" dirty="0">
                <a:solidFill>
                  <a:schemeClr val="tx1"/>
                </a:solidFill>
              </a:rPr>
              <a:t>(COMMERCE)</a:t>
            </a:r>
          </a:p>
        </p:txBody>
      </p:sp>
      <p:sp>
        <p:nvSpPr>
          <p:cNvPr id="97" name="Rectangle 96"/>
          <p:cNvSpPr>
            <a:spLocks noChangeAspect="1"/>
          </p:cNvSpPr>
          <p:nvPr/>
        </p:nvSpPr>
        <p:spPr>
          <a:xfrm>
            <a:off x="4559490" y="28428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>
            <a:spLocks noChangeAspect="1"/>
          </p:cNvSpPr>
          <p:nvPr/>
        </p:nvSpPr>
        <p:spPr>
          <a:xfrm>
            <a:off x="4559490" y="36746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ANK  </a:t>
            </a:r>
            <a:r>
              <a:rPr lang="en-US" sz="700" b="1" dirty="0">
                <a:solidFill>
                  <a:schemeClr val="tx1"/>
                </a:solidFill>
              </a:rPr>
              <a:t>AGARWAL (SCIENCE)</a:t>
            </a:r>
          </a:p>
        </p:txBody>
      </p:sp>
      <p:sp>
        <p:nvSpPr>
          <p:cNvPr id="99" name="Rectangle 98"/>
          <p:cNvSpPr>
            <a:spLocks noChangeAspect="1"/>
          </p:cNvSpPr>
          <p:nvPr/>
        </p:nvSpPr>
        <p:spPr>
          <a:xfrm>
            <a:off x="3687762" y="28428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>
            <a:spLocks noChangeAspect="1"/>
          </p:cNvSpPr>
          <p:nvPr/>
        </p:nvSpPr>
        <p:spPr>
          <a:xfrm>
            <a:off x="3687762" y="36746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91.2% </a:t>
            </a:r>
            <a:r>
              <a:rPr lang="en-US" sz="700" b="1" dirty="0">
                <a:solidFill>
                  <a:schemeClr val="tx1"/>
                </a:solidFill>
              </a:rPr>
              <a:t>NAMAN  PANICKER (SCIENCE)</a:t>
            </a:r>
          </a:p>
        </p:txBody>
      </p:sp>
      <p:sp>
        <p:nvSpPr>
          <p:cNvPr id="101" name="Rectangle 100"/>
          <p:cNvSpPr>
            <a:spLocks noChangeAspect="1"/>
          </p:cNvSpPr>
          <p:nvPr/>
        </p:nvSpPr>
        <p:spPr>
          <a:xfrm>
            <a:off x="5440362" y="28428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>
            <a:spLocks noChangeAspect="1"/>
          </p:cNvSpPr>
          <p:nvPr/>
        </p:nvSpPr>
        <p:spPr>
          <a:xfrm>
            <a:off x="5440362" y="36746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91% </a:t>
            </a:r>
            <a:r>
              <a:rPr lang="en-US" sz="700" b="1" dirty="0">
                <a:solidFill>
                  <a:schemeClr val="tx1"/>
                </a:solidFill>
              </a:rPr>
              <a:t>ARPITA  HOTCHANDANI (COMMERCE)</a:t>
            </a:r>
          </a:p>
        </p:txBody>
      </p:sp>
      <p:sp>
        <p:nvSpPr>
          <p:cNvPr id="103" name="Rectangle 102"/>
          <p:cNvSpPr>
            <a:spLocks noChangeAspect="1"/>
          </p:cNvSpPr>
          <p:nvPr/>
        </p:nvSpPr>
        <p:spPr>
          <a:xfrm>
            <a:off x="6312090" y="2841459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>
            <a:spLocks noChangeAspect="1"/>
          </p:cNvSpPr>
          <p:nvPr/>
        </p:nvSpPr>
        <p:spPr>
          <a:xfrm>
            <a:off x="6312090" y="3673263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KIRTI  </a:t>
            </a:r>
            <a:r>
              <a:rPr lang="en-US" sz="700" b="1" dirty="0">
                <a:solidFill>
                  <a:schemeClr val="tx1"/>
                </a:solidFill>
              </a:rPr>
              <a:t>JAIN (COMMERCE)</a:t>
            </a:r>
          </a:p>
        </p:txBody>
      </p:sp>
      <p:sp>
        <p:nvSpPr>
          <p:cNvPr id="105" name="Rectangle 104"/>
          <p:cNvSpPr>
            <a:spLocks noChangeAspect="1"/>
          </p:cNvSpPr>
          <p:nvPr/>
        </p:nvSpPr>
        <p:spPr>
          <a:xfrm>
            <a:off x="7192962" y="2839494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>
            <a:spLocks noChangeAspect="1"/>
          </p:cNvSpPr>
          <p:nvPr/>
        </p:nvSpPr>
        <p:spPr>
          <a:xfrm>
            <a:off x="7192962" y="3671298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91% SAUMYA  TOMAR </a:t>
            </a:r>
            <a:r>
              <a:rPr lang="en-US" sz="700" b="1" dirty="0">
                <a:solidFill>
                  <a:schemeClr val="tx1"/>
                </a:solidFill>
              </a:rPr>
              <a:t>(COMMERCE)</a:t>
            </a:r>
          </a:p>
        </p:txBody>
      </p:sp>
      <p:sp>
        <p:nvSpPr>
          <p:cNvPr id="107" name="Rectangle 106"/>
          <p:cNvSpPr>
            <a:spLocks noChangeAspect="1"/>
          </p:cNvSpPr>
          <p:nvPr/>
        </p:nvSpPr>
        <p:spPr>
          <a:xfrm>
            <a:off x="1935162" y="4284246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>
            <a:spLocks noChangeAspect="1"/>
          </p:cNvSpPr>
          <p:nvPr/>
        </p:nvSpPr>
        <p:spPr>
          <a:xfrm>
            <a:off x="1935162" y="5116050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91% </a:t>
            </a:r>
            <a:r>
              <a:rPr lang="en-US" sz="700" b="1" dirty="0">
                <a:solidFill>
                  <a:schemeClr val="tx1"/>
                </a:solidFill>
              </a:rPr>
              <a:t>ASHWANI  BHOJWANI (COMMERCE)</a:t>
            </a:r>
          </a:p>
        </p:txBody>
      </p:sp>
      <p:sp>
        <p:nvSpPr>
          <p:cNvPr id="109" name="Rectangle 108"/>
          <p:cNvSpPr>
            <a:spLocks noChangeAspect="1"/>
          </p:cNvSpPr>
          <p:nvPr/>
        </p:nvSpPr>
        <p:spPr>
          <a:xfrm>
            <a:off x="182562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>
            <a:spLocks noChangeAspect="1"/>
          </p:cNvSpPr>
          <p:nvPr/>
        </p:nvSpPr>
        <p:spPr>
          <a:xfrm>
            <a:off x="182562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KHUSHI  </a:t>
            </a:r>
            <a:r>
              <a:rPr lang="en-US" sz="700" b="1" dirty="0">
                <a:solidFill>
                  <a:schemeClr val="tx1"/>
                </a:solidFill>
              </a:rPr>
              <a:t>JAIN (COMMERCE)</a:t>
            </a:r>
          </a:p>
        </p:txBody>
      </p:sp>
      <p:sp>
        <p:nvSpPr>
          <p:cNvPr id="111" name="Rectangle 110"/>
          <p:cNvSpPr>
            <a:spLocks noChangeAspect="1"/>
          </p:cNvSpPr>
          <p:nvPr/>
        </p:nvSpPr>
        <p:spPr>
          <a:xfrm>
            <a:off x="1054290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>
            <a:spLocks noChangeAspect="1"/>
          </p:cNvSpPr>
          <p:nvPr/>
        </p:nvSpPr>
        <p:spPr>
          <a:xfrm>
            <a:off x="1054290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91% </a:t>
            </a:r>
            <a:r>
              <a:rPr lang="en-US" sz="700" b="1" dirty="0">
                <a:solidFill>
                  <a:schemeClr val="tx1"/>
                </a:solidFill>
              </a:rPr>
              <a:t>SABHYA  SHARMA (COMMERCE)</a:t>
            </a:r>
          </a:p>
        </p:txBody>
      </p:sp>
      <p:sp>
        <p:nvSpPr>
          <p:cNvPr id="121" name="Rectangle 120"/>
          <p:cNvSpPr>
            <a:spLocks noChangeAspect="1"/>
          </p:cNvSpPr>
          <p:nvPr/>
        </p:nvSpPr>
        <p:spPr>
          <a:xfrm>
            <a:off x="2806890" y="2842842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>
            <a:spLocks noChangeAspect="1"/>
          </p:cNvSpPr>
          <p:nvPr/>
        </p:nvSpPr>
        <p:spPr>
          <a:xfrm>
            <a:off x="2806890" y="3674646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91.2%ARYAN  SINGHAL </a:t>
            </a:r>
            <a:r>
              <a:rPr lang="en-US" sz="700" b="1" dirty="0">
                <a:solidFill>
                  <a:schemeClr val="tx1"/>
                </a:solidFill>
              </a:rPr>
              <a:t>(HUMANITIES)</a:t>
            </a:r>
          </a:p>
        </p:txBody>
      </p:sp>
      <p:sp>
        <p:nvSpPr>
          <p:cNvPr id="123" name="Rectangle 122"/>
          <p:cNvSpPr>
            <a:spLocks noChangeAspect="1"/>
          </p:cNvSpPr>
          <p:nvPr/>
        </p:nvSpPr>
        <p:spPr>
          <a:xfrm>
            <a:off x="2806890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>
            <a:spLocks noChangeAspect="1"/>
          </p:cNvSpPr>
          <p:nvPr/>
        </p:nvSpPr>
        <p:spPr>
          <a:xfrm>
            <a:off x="2806890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91% </a:t>
            </a:r>
            <a:r>
              <a:rPr lang="en-US" sz="650" b="1" dirty="0">
                <a:solidFill>
                  <a:schemeClr val="tx1"/>
                </a:solidFill>
              </a:rPr>
              <a:t>AMAN BIR SINGH SAWHNEY (COMMERCE)</a:t>
            </a:r>
          </a:p>
        </p:txBody>
      </p:sp>
      <p:sp>
        <p:nvSpPr>
          <p:cNvPr id="125" name="Rectangle 124"/>
          <p:cNvSpPr>
            <a:spLocks noChangeAspect="1"/>
          </p:cNvSpPr>
          <p:nvPr/>
        </p:nvSpPr>
        <p:spPr>
          <a:xfrm>
            <a:off x="3687762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>
            <a:spLocks noChangeAspect="1"/>
          </p:cNvSpPr>
          <p:nvPr/>
        </p:nvSpPr>
        <p:spPr>
          <a:xfrm>
            <a:off x="3687762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91% </a:t>
            </a:r>
            <a:r>
              <a:rPr lang="en-US" sz="700" b="1" dirty="0">
                <a:solidFill>
                  <a:schemeClr val="tx1"/>
                </a:solidFill>
              </a:rPr>
              <a:t>JIGISHA  AGRAWAL (COMMERCE)</a:t>
            </a:r>
          </a:p>
        </p:txBody>
      </p:sp>
      <p:sp>
        <p:nvSpPr>
          <p:cNvPr id="127" name="Rectangle 126"/>
          <p:cNvSpPr>
            <a:spLocks noChangeAspect="1"/>
          </p:cNvSpPr>
          <p:nvPr/>
        </p:nvSpPr>
        <p:spPr>
          <a:xfrm>
            <a:off x="4559490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/>
          <p:cNvSpPr>
            <a:spLocks noChangeAspect="1"/>
          </p:cNvSpPr>
          <p:nvPr/>
        </p:nvSpPr>
        <p:spPr>
          <a:xfrm>
            <a:off x="4559490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91% </a:t>
            </a:r>
            <a:r>
              <a:rPr lang="en-US" sz="700" b="1" dirty="0">
                <a:solidFill>
                  <a:schemeClr val="tx1"/>
                </a:solidFill>
              </a:rPr>
              <a:t>YOSHITA  SINGH (HUMANITIES)</a:t>
            </a:r>
          </a:p>
        </p:txBody>
      </p:sp>
      <p:sp>
        <p:nvSpPr>
          <p:cNvPr id="165" name="Rectangle 164"/>
          <p:cNvSpPr>
            <a:spLocks noChangeAspect="1"/>
          </p:cNvSpPr>
          <p:nvPr/>
        </p:nvSpPr>
        <p:spPr>
          <a:xfrm>
            <a:off x="5440362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/>
          <p:cNvSpPr>
            <a:spLocks noChangeAspect="1"/>
          </p:cNvSpPr>
          <p:nvPr/>
        </p:nvSpPr>
        <p:spPr>
          <a:xfrm>
            <a:off x="5440362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90.6% </a:t>
            </a:r>
            <a:r>
              <a:rPr lang="en-US" sz="700" b="1" dirty="0">
                <a:solidFill>
                  <a:schemeClr val="tx1"/>
                </a:solidFill>
              </a:rPr>
              <a:t>TANYA  BHARDWAJ (SCIENCE)</a:t>
            </a:r>
          </a:p>
        </p:txBody>
      </p:sp>
      <p:sp>
        <p:nvSpPr>
          <p:cNvPr id="167" name="Rectangle 166"/>
          <p:cNvSpPr>
            <a:spLocks noChangeAspect="1"/>
          </p:cNvSpPr>
          <p:nvPr/>
        </p:nvSpPr>
        <p:spPr>
          <a:xfrm>
            <a:off x="6312090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/>
          <p:cNvSpPr>
            <a:spLocks noChangeAspect="1"/>
          </p:cNvSpPr>
          <p:nvPr/>
        </p:nvSpPr>
        <p:spPr>
          <a:xfrm>
            <a:off x="6312090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90.6%ADITYA  DONERIA </a:t>
            </a:r>
            <a:r>
              <a:rPr lang="en-US" sz="700" b="1" dirty="0">
                <a:solidFill>
                  <a:schemeClr val="tx1"/>
                </a:solidFill>
              </a:rPr>
              <a:t>(SCIENCE)</a:t>
            </a:r>
          </a:p>
        </p:txBody>
      </p:sp>
      <p:sp>
        <p:nvSpPr>
          <p:cNvPr id="169" name="Rectangle 168"/>
          <p:cNvSpPr>
            <a:spLocks noChangeAspect="1"/>
          </p:cNvSpPr>
          <p:nvPr/>
        </p:nvSpPr>
        <p:spPr>
          <a:xfrm>
            <a:off x="7192962" y="42822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/>
          <p:cNvSpPr>
            <a:spLocks noChangeAspect="1"/>
          </p:cNvSpPr>
          <p:nvPr/>
        </p:nvSpPr>
        <p:spPr>
          <a:xfrm>
            <a:off x="7192962" y="51140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90.6% </a:t>
            </a:r>
            <a:r>
              <a:rPr lang="en-US" sz="700" b="1" dirty="0">
                <a:solidFill>
                  <a:schemeClr val="tx1"/>
                </a:solidFill>
              </a:rPr>
              <a:t>NEHAL  AGARWAL (COMMERCE)</a:t>
            </a:r>
          </a:p>
        </p:txBody>
      </p:sp>
      <p:pic>
        <p:nvPicPr>
          <p:cNvPr id="4098" name="Picture 2" descr="C:\Users\admin\Desktop\2020 xii\KHUSHI  YADAV_2019110547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818" y="14171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admin\Desktop\2020 xii\SANSKRITI  SINGH_2007000225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42" y="1401900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admin\Desktop\2020 xii\VRITI  PARASWANI_200700000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690" y="14171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C:\Users\admin\Desktop\2020 xii\TANISHA  AGARWAL_2015070816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7370" y="14171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:\Users\admin\Desktop\2020 xii\PANDIRI NEETHU PRIYA_2019110569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681" y="1408800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C:\Users\admin\Desktop\2020 xii\YUKTI  ARORA_2019110373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842" y="14107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C:\Users\admin\Desktop\2020 xii\CHARVI  THAPAR_2007000219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290" y="1409820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9" descr="C:\Users\admin\Desktop\2020 xii\HARSH  AGARWAL_2019110401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442" y="14107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C:\Users\admin\Desktop\2020 xii\ISHITA  AGARWAL_2019110557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018" y="1408800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7" name="Picture 11" descr="C:\Users\admin\Desktop\2020 xii\CHIRAG  GARG_2008990206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90" y="2873322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C:\Users\admin\Desktop\2020 xii\JHALAK  CHAUDHARY_2019110528.JP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70" y="2873322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9" name="Picture 13" descr="C:\Users\admin\Desktop\2020 xii\MANAV  BAREJA_2007000109.JPG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690" y="2873322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C:\Users\admin\Desktop\2020 xii\ANK  AGARWAL_2007000075.JP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970" y="2873322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1" name="Picture 15" descr="C:\Users\admin\Desktop\2020 xii\NAMAN  PANICKER_2015070412.JPG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290" y="2871357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 descr="C:\Users\admin\Desktop\2020 xii\ARPITA  HOTCHANDANI_2007000078.JPG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842" y="2873322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3" name="Picture 17" descr="C:\Users\admin\Desktop\2020 xii\KIRTI  JAIN_2011040638.JPG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618" y="2869974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 descr="C:\Users\admin\Desktop\2020 xii\SAUMYA  TOMAR_2019110482.JPG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442" y="2869974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5" name="Picture 19" descr="C:\Users\admin\Desktop\2020 xii\ASHWANI  BHOJWANI_2015070308.JPG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690" y="4312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" name="Picture 20" descr="C:\Users\admin\Desktop\2020 xii\KHUSHI  JAIN_2008990428.JPG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90" y="4312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7" name="Picture 21" descr="C:\Users\admin\Desktop\2020 xii\SABHYA  SHARMA_2010020771.JPG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041" y="4312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 descr="C:\Users\admin\Desktop\2020 xii\ARYAN  SINGHAL_2019110556.JPG"/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418" y="2873322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9" name="Picture 23" descr="C:\Users\admin\Desktop\2020 xii\AMAN BIR SINGH SAWHNEY_2012040070.JPG"/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7370" y="4312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0" name="Picture 24" descr="C:\Users\admin\Desktop\2020 xii\JIGISHA  AGRAWAL_2011030137.JPG"/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290" y="4310796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1" name="Picture 25" descr="C:\Users\admin\Desktop\2020 xii\YOSHITA  SINGH_2019110439.JPG"/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970" y="431276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2" name="Picture 26" descr="C:\Users\admin\Desktop\2020 xii\TANYA  BHARDWAJ_2019110416.JPG"/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890" y="4330323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3" name="Picture 27" descr="C:\Users\admin\Desktop\2020 xii\ADITYA  DONERIA_2015070700.JPG"/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570" y="4318000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4" name="Picture 28" descr="C:\Users\admin\Desktop\2020 xii\NEHAL  AGARWAL_2008990368.JPG"/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490" y="4310796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037176"/>
      </p:ext>
    </p:extLst>
  </p:cSld>
  <p:clrMapOvr>
    <a:masterClrMapping/>
  </p:clrMapOvr>
  <p:transition spd="slow" advClick="0" advTm="15000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l="-34000" r="-3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>
            <a:spLocks noChangeAspect="1"/>
          </p:cNvSpPr>
          <p:nvPr/>
        </p:nvSpPr>
        <p:spPr>
          <a:xfrm>
            <a:off x="182562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>
            <a:spLocks noChangeAspect="1"/>
          </p:cNvSpPr>
          <p:nvPr/>
        </p:nvSpPr>
        <p:spPr>
          <a:xfrm>
            <a:off x="182562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 smtClean="0">
                <a:solidFill>
                  <a:schemeClr val="tx1"/>
                </a:solidFill>
              </a:rPr>
              <a:t>90.4% </a:t>
            </a:r>
            <a:r>
              <a:rPr lang="en-US" sz="650" b="1" dirty="0">
                <a:solidFill>
                  <a:schemeClr val="tx1"/>
                </a:solidFill>
              </a:rPr>
              <a:t>DIVYAANSHU  AGRAWAL (SCIENCE)</a:t>
            </a:r>
          </a:p>
        </p:txBody>
      </p:sp>
      <p:sp>
        <p:nvSpPr>
          <p:cNvPr id="34" name="Rectangle 33"/>
          <p:cNvSpPr>
            <a:spLocks noChangeAspect="1"/>
          </p:cNvSpPr>
          <p:nvPr/>
        </p:nvSpPr>
        <p:spPr>
          <a:xfrm>
            <a:off x="1063434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>
            <a:spLocks noChangeAspect="1"/>
          </p:cNvSpPr>
          <p:nvPr/>
        </p:nvSpPr>
        <p:spPr>
          <a:xfrm>
            <a:off x="1063434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90.6%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PALAK  </a:t>
            </a:r>
            <a:r>
              <a:rPr lang="en-US" sz="700" b="1" dirty="0">
                <a:solidFill>
                  <a:schemeClr val="tx1"/>
                </a:solidFill>
              </a:rPr>
              <a:t>TIWARI (HUMANITIES)</a:t>
            </a:r>
          </a:p>
        </p:txBody>
      </p:sp>
      <p:sp>
        <p:nvSpPr>
          <p:cNvPr id="37" name="Rectangle 36"/>
          <p:cNvSpPr>
            <a:spLocks noChangeAspect="1"/>
          </p:cNvSpPr>
          <p:nvPr/>
        </p:nvSpPr>
        <p:spPr>
          <a:xfrm>
            <a:off x="1935162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>
            <a:spLocks noChangeAspect="1"/>
          </p:cNvSpPr>
          <p:nvPr/>
        </p:nvSpPr>
        <p:spPr>
          <a:xfrm>
            <a:off x="1935162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90.4%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UDBHAV   </a:t>
            </a:r>
            <a:r>
              <a:rPr lang="en-US" sz="700" b="1" dirty="0">
                <a:solidFill>
                  <a:schemeClr val="tx1"/>
                </a:solidFill>
              </a:rPr>
              <a:t>(HUMANITIES)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0" y="711061"/>
            <a:ext cx="8138159" cy="523220"/>
          </a:xfrm>
          <a:prstGeom prst="rect">
            <a:avLst/>
          </a:prstGeom>
          <a:gradFill flip="none" rotWithShape="1">
            <a:gsLst>
              <a:gs pos="67000">
                <a:schemeClr val="bg1"/>
              </a:gs>
              <a:gs pos="100000">
                <a:srgbClr val="92D050"/>
              </a:gs>
            </a:gsLst>
            <a:path path="rect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gradFill flip="none" rotWithShape="1">
                  <a:gsLst>
                    <a:gs pos="52000">
                      <a:schemeClr val="tx1"/>
                    </a:gs>
                    <a:gs pos="0">
                      <a:srgbClr val="FFC000"/>
                    </a:gs>
                    <a:gs pos="100000">
                      <a:schemeClr val="tx1"/>
                    </a:gs>
                  </a:gsLst>
                  <a:path path="rect">
                    <a:fillToRect l="50000" t="50000" r="50000" b="50000"/>
                  </a:path>
                  <a:tileRect/>
                </a:gradFill>
                <a:latin typeface="Helvetica" pitchFamily="34" charset="0"/>
              </a:rPr>
              <a:t>TOP STUDENTS SECURING 90% AND ABOVE</a:t>
            </a:r>
            <a:endParaRPr lang="en-US" sz="2800" b="1" dirty="0">
              <a:gradFill flip="none" rotWithShape="1">
                <a:gsLst>
                  <a:gs pos="52000">
                    <a:schemeClr val="tx1"/>
                  </a:gs>
                  <a:gs pos="0">
                    <a:srgbClr val="FFC000"/>
                  </a:gs>
                  <a:gs pos="100000">
                    <a:schemeClr val="tx1"/>
                  </a:gs>
                </a:gsLst>
                <a:path path="rect">
                  <a:fillToRect l="50000" t="50000" r="50000" b="50000"/>
                </a:path>
                <a:tileRect/>
              </a:gradFill>
              <a:latin typeface="Helvetica" pitchFamily="34" charset="0"/>
            </a:endParaRPr>
          </a:p>
        </p:txBody>
      </p:sp>
      <p:grpSp>
        <p:nvGrpSpPr>
          <p:cNvPr id="114" name="Group 113"/>
          <p:cNvGrpSpPr/>
          <p:nvPr/>
        </p:nvGrpSpPr>
        <p:grpSpPr>
          <a:xfrm>
            <a:off x="-1" y="-15399"/>
            <a:ext cx="8138160" cy="668915"/>
            <a:chOff x="-1" y="-15399"/>
            <a:chExt cx="8138160" cy="668915"/>
          </a:xfrm>
        </p:grpSpPr>
        <p:grpSp>
          <p:nvGrpSpPr>
            <p:cNvPr id="115" name="Group 114"/>
            <p:cNvGrpSpPr/>
            <p:nvPr/>
          </p:nvGrpSpPr>
          <p:grpSpPr>
            <a:xfrm>
              <a:off x="-1" y="-15399"/>
              <a:ext cx="8138160" cy="642312"/>
              <a:chOff x="-1" y="-15399"/>
              <a:chExt cx="8138160" cy="642312"/>
            </a:xfrm>
          </p:grpSpPr>
          <p:sp>
            <p:nvSpPr>
              <p:cNvPr id="118" name="TextBox 117"/>
              <p:cNvSpPr txBox="1"/>
              <p:nvPr/>
            </p:nvSpPr>
            <p:spPr>
              <a:xfrm>
                <a:off x="-1" y="-15399"/>
                <a:ext cx="8138160" cy="640080"/>
              </a:xfrm>
              <a:prstGeom prst="rect">
                <a:avLst/>
              </a:prstGeom>
              <a:gradFill>
                <a:gsLst>
                  <a:gs pos="0">
                    <a:srgbClr val="92D050"/>
                  </a:gs>
                  <a:gs pos="72000">
                    <a:srgbClr val="D4FB8F"/>
                  </a:gs>
                  <a:gs pos="100000">
                    <a:srgbClr val="FFCC00">
                      <a:alpha val="99000"/>
                    </a:srgb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latin typeface="Cambria" pitchFamily="18" charset="0"/>
                  </a:rPr>
                  <a:t>DELHI </a:t>
                </a:r>
                <a:r>
                  <a:rPr lang="en-US" sz="2900" b="1" dirty="0">
                    <a:latin typeface="Cambria" pitchFamily="18" charset="0"/>
                  </a:rPr>
                  <a:t>PUBLIC</a:t>
                </a:r>
                <a:r>
                  <a:rPr lang="en-US" sz="2800" b="1" dirty="0">
                    <a:latin typeface="Cambria" pitchFamily="18" charset="0"/>
                  </a:rPr>
                  <a:t> SCHOOL AGRA</a:t>
                </a:r>
              </a:p>
            </p:txBody>
          </p:sp>
          <p:pic>
            <p:nvPicPr>
              <p:cNvPr id="119" name="Picture 2" descr="\\SEILDPS2\atproffdata\khushbant singh\dps PNG logo - Copy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1284" y="54297"/>
                <a:ext cx="460878" cy="5703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0" name="TextBox 119"/>
              <p:cNvSpPr txBox="1"/>
              <p:nvPr/>
            </p:nvSpPr>
            <p:spPr>
              <a:xfrm>
                <a:off x="0" y="396081"/>
                <a:ext cx="813752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latin typeface="Arial" pitchFamily="34" charset="0"/>
                    <a:cs typeface="Arial" pitchFamily="34" charset="0"/>
                  </a:rPr>
                  <a:t>(Under the aegis of The Delhi Public School Society, East of Kailash, New </a:t>
                </a:r>
                <a:r>
                  <a:rPr lang="en-US" sz="900" b="1" dirty="0" smtClean="0">
                    <a:latin typeface="Arial" pitchFamily="34" charset="0"/>
                    <a:cs typeface="Arial" pitchFamily="34" charset="0"/>
                  </a:rPr>
                  <a:t>Delhi)</a:t>
                </a:r>
                <a:endParaRPr lang="en-US" sz="900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pic>
          <p:nvPicPr>
            <p:cNvPr id="116" name="Picture 2" descr="C:\Users\admin\Downloads\unnamed (2)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1016" y="25462"/>
              <a:ext cx="1523999" cy="628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7" name="TextBox 116"/>
            <p:cNvSpPr txBox="1"/>
            <p:nvPr/>
          </p:nvSpPr>
          <p:spPr>
            <a:xfrm>
              <a:off x="6765213" y="54297"/>
              <a:ext cx="118974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 smtClean="0">
                  <a:latin typeface="Cambria" pitchFamily="18" charset="0"/>
                </a:rPr>
                <a:t>GRADE-XII</a:t>
              </a:r>
            </a:p>
            <a:p>
              <a:pPr algn="ctr"/>
              <a:r>
                <a:rPr lang="en-US" b="1" dirty="0" smtClean="0">
                  <a:latin typeface="Cambria" pitchFamily="18" charset="0"/>
                </a:rPr>
                <a:t>2021</a:t>
              </a:r>
              <a:endParaRPr lang="en-US" b="1" dirty="0">
                <a:latin typeface="Cambria" pitchFamily="18" charset="0"/>
              </a:endParaRPr>
            </a:p>
          </p:txBody>
        </p:sp>
      </p:grpSp>
      <p:pic>
        <p:nvPicPr>
          <p:cNvPr id="5122" name="Picture 2" descr="C:\Users\admin\Desktop\2020 xii\DIVYAANSHU  AGRAWAL_200700001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90" y="1418685"/>
            <a:ext cx="731521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admin\Desktop\2020 xii\PALAK  TIWARI_2016080238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914" y="14107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admin\Desktop\2020 xii\UDBHAV  _201911050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690" y="1410765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>
            <a:spLocks noChangeAspect="1"/>
          </p:cNvSpPr>
          <p:nvPr/>
        </p:nvSpPr>
        <p:spPr>
          <a:xfrm>
            <a:off x="2816034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>
            <a:spLocks noChangeAspect="1"/>
          </p:cNvSpPr>
          <p:nvPr/>
        </p:nvSpPr>
        <p:spPr>
          <a:xfrm>
            <a:off x="2816034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90.2% DHRUV  AGARWAL (SCIENCE)</a:t>
            </a:r>
          </a:p>
        </p:txBody>
      </p:sp>
      <p:sp>
        <p:nvSpPr>
          <p:cNvPr id="22" name="Rectangle 21"/>
          <p:cNvSpPr>
            <a:spLocks noChangeAspect="1"/>
          </p:cNvSpPr>
          <p:nvPr/>
        </p:nvSpPr>
        <p:spPr>
          <a:xfrm>
            <a:off x="3687762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ChangeAspect="1"/>
          </p:cNvSpPr>
          <p:nvPr/>
        </p:nvSpPr>
        <p:spPr>
          <a:xfrm>
            <a:off x="3687762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90% NAYONIKA  </a:t>
            </a:r>
            <a:r>
              <a:rPr lang="en-US" sz="700" b="1" dirty="0" smtClean="0">
                <a:solidFill>
                  <a:schemeClr val="tx1"/>
                </a:solidFill>
              </a:rPr>
              <a:t>SAHA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(SCIENCE</a:t>
            </a:r>
            <a:r>
              <a:rPr lang="en-US" sz="7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/>
          <p:cNvSpPr>
            <a:spLocks noChangeAspect="1"/>
          </p:cNvSpPr>
          <p:nvPr/>
        </p:nvSpPr>
        <p:spPr>
          <a:xfrm>
            <a:off x="4568634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>
            <a:spLocks noChangeAspect="1"/>
          </p:cNvSpPr>
          <p:nvPr/>
        </p:nvSpPr>
        <p:spPr>
          <a:xfrm>
            <a:off x="4568634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90% ADITYA KRISHN BANSAL (COMMERCE)</a:t>
            </a:r>
          </a:p>
        </p:txBody>
      </p:sp>
      <p:sp>
        <p:nvSpPr>
          <p:cNvPr id="26" name="Rectangle 25"/>
          <p:cNvSpPr>
            <a:spLocks noChangeAspect="1"/>
          </p:cNvSpPr>
          <p:nvPr/>
        </p:nvSpPr>
        <p:spPr>
          <a:xfrm>
            <a:off x="5440362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>
            <a:spLocks noChangeAspect="1"/>
          </p:cNvSpPr>
          <p:nvPr/>
        </p:nvSpPr>
        <p:spPr>
          <a:xfrm>
            <a:off x="5440362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90% SHREYASI  VERMA (HUMANITIES)</a:t>
            </a:r>
          </a:p>
        </p:txBody>
      </p:sp>
      <p:sp>
        <p:nvSpPr>
          <p:cNvPr id="28" name="Rectangle 27"/>
          <p:cNvSpPr>
            <a:spLocks noChangeAspect="1"/>
          </p:cNvSpPr>
          <p:nvPr/>
        </p:nvSpPr>
        <p:spPr>
          <a:xfrm>
            <a:off x="6321234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>
            <a:spLocks noChangeAspect="1"/>
          </p:cNvSpPr>
          <p:nvPr/>
        </p:nvSpPr>
        <p:spPr>
          <a:xfrm>
            <a:off x="6321234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90% SWEETY  CHAHAR (HUMANITIES)</a:t>
            </a:r>
          </a:p>
        </p:txBody>
      </p:sp>
      <p:sp>
        <p:nvSpPr>
          <p:cNvPr id="30" name="Rectangle 29"/>
          <p:cNvSpPr>
            <a:spLocks noChangeAspect="1"/>
          </p:cNvSpPr>
          <p:nvPr/>
        </p:nvSpPr>
        <p:spPr>
          <a:xfrm>
            <a:off x="7192962" y="13866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>
            <a:spLocks noChangeAspect="1"/>
          </p:cNvSpPr>
          <p:nvPr/>
        </p:nvSpPr>
        <p:spPr>
          <a:xfrm>
            <a:off x="7192962" y="22184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89.8% NITIN VISHAL SINGH (SCIENCE)</a:t>
            </a:r>
          </a:p>
        </p:txBody>
      </p:sp>
      <p:sp>
        <p:nvSpPr>
          <p:cNvPr id="36" name="Rectangle 35"/>
          <p:cNvSpPr>
            <a:spLocks noChangeAspect="1"/>
          </p:cNvSpPr>
          <p:nvPr/>
        </p:nvSpPr>
        <p:spPr>
          <a:xfrm>
            <a:off x="1477962" y="2837324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>
            <a:spLocks noChangeAspect="1"/>
          </p:cNvSpPr>
          <p:nvPr/>
        </p:nvSpPr>
        <p:spPr>
          <a:xfrm>
            <a:off x="1477962" y="3669128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89.8% KARAN  AGARWAL (SCIENCE)</a:t>
            </a:r>
          </a:p>
        </p:txBody>
      </p:sp>
      <p:sp>
        <p:nvSpPr>
          <p:cNvPr id="40" name="Rectangle 39"/>
          <p:cNvSpPr>
            <a:spLocks noChangeAspect="1"/>
          </p:cNvSpPr>
          <p:nvPr/>
        </p:nvSpPr>
        <p:spPr>
          <a:xfrm>
            <a:off x="2345449" y="2837324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>
            <a:spLocks noChangeAspect="1"/>
          </p:cNvSpPr>
          <p:nvPr/>
        </p:nvSpPr>
        <p:spPr>
          <a:xfrm>
            <a:off x="2345449" y="3669128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89.8% SUBHIKA  LUTHRA (COMMERCE)</a:t>
            </a:r>
          </a:p>
        </p:txBody>
      </p:sp>
      <p:sp>
        <p:nvSpPr>
          <p:cNvPr id="42" name="Rectangle 41"/>
          <p:cNvSpPr>
            <a:spLocks noChangeAspect="1"/>
          </p:cNvSpPr>
          <p:nvPr/>
        </p:nvSpPr>
        <p:spPr>
          <a:xfrm>
            <a:off x="3217177" y="2837324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>
            <a:spLocks noChangeAspect="1"/>
          </p:cNvSpPr>
          <p:nvPr/>
        </p:nvSpPr>
        <p:spPr>
          <a:xfrm>
            <a:off x="3217177" y="3669128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89.8% PAWANI  ASWANI (HUMANITIES)</a:t>
            </a:r>
          </a:p>
        </p:txBody>
      </p:sp>
      <p:sp>
        <p:nvSpPr>
          <p:cNvPr id="44" name="Rectangle 43"/>
          <p:cNvSpPr>
            <a:spLocks noChangeAspect="1"/>
          </p:cNvSpPr>
          <p:nvPr/>
        </p:nvSpPr>
        <p:spPr>
          <a:xfrm>
            <a:off x="4098049" y="2837324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>
            <a:spLocks noChangeAspect="1"/>
          </p:cNvSpPr>
          <p:nvPr/>
        </p:nvSpPr>
        <p:spPr>
          <a:xfrm>
            <a:off x="4098049" y="3669128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89.6%</a:t>
            </a:r>
          </a:p>
          <a:p>
            <a:pPr algn="ctr"/>
            <a:r>
              <a:rPr lang="en-US" sz="700" b="1" dirty="0" smtClean="0">
                <a:solidFill>
                  <a:schemeClr val="tx1"/>
                </a:solidFill>
              </a:rPr>
              <a:t>VIVEK  </a:t>
            </a:r>
            <a:r>
              <a:rPr lang="en-US" sz="700" b="1" dirty="0">
                <a:solidFill>
                  <a:schemeClr val="tx1"/>
                </a:solidFill>
              </a:rPr>
              <a:t>MANGAL (COMMERCE)</a:t>
            </a:r>
          </a:p>
        </p:txBody>
      </p:sp>
      <p:sp>
        <p:nvSpPr>
          <p:cNvPr id="46" name="Rectangle 45"/>
          <p:cNvSpPr>
            <a:spLocks noChangeAspect="1"/>
          </p:cNvSpPr>
          <p:nvPr/>
        </p:nvSpPr>
        <p:spPr>
          <a:xfrm>
            <a:off x="4969777" y="2837324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>
            <a:spLocks noChangeAspect="1"/>
          </p:cNvSpPr>
          <p:nvPr/>
        </p:nvSpPr>
        <p:spPr>
          <a:xfrm>
            <a:off x="4969777" y="3669128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89.6% AKSHARA  JAIN (COMMERCE)</a:t>
            </a:r>
          </a:p>
        </p:txBody>
      </p:sp>
      <p:sp>
        <p:nvSpPr>
          <p:cNvPr id="48" name="Rectangle 47"/>
          <p:cNvSpPr>
            <a:spLocks noChangeAspect="1"/>
          </p:cNvSpPr>
          <p:nvPr/>
        </p:nvSpPr>
        <p:spPr>
          <a:xfrm>
            <a:off x="5850649" y="2834481"/>
            <a:ext cx="795528" cy="795528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accent4">
                  <a:tint val="15000"/>
                  <a:satMod val="3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>
            <a:spLocks noChangeAspect="1"/>
          </p:cNvSpPr>
          <p:nvPr/>
        </p:nvSpPr>
        <p:spPr>
          <a:xfrm>
            <a:off x="5850649" y="3666285"/>
            <a:ext cx="795528" cy="37903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9900"/>
              </a:gs>
            </a:gsLst>
            <a:path path="circle">
              <a:fillToRect l="50000" t="50000" r="50000" b="50000"/>
            </a:path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50" b="1" dirty="0">
                <a:solidFill>
                  <a:schemeClr val="tx1"/>
                </a:solidFill>
              </a:rPr>
              <a:t>89.6% VANSHIKA  DEVNANI (HUMANITIES)</a:t>
            </a:r>
          </a:p>
        </p:txBody>
      </p:sp>
      <p:pic>
        <p:nvPicPr>
          <p:cNvPr id="1026" name="Picture 2" descr="C:\Users\admin\Desktop\TOPPERS POSTER XII 2021\2020 xii\DHRUV  AGARWAL_2007000030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514" y="1417119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dmin\Desktop\TOPPERS POSTER XII 2021\2020 xii\NAYONIKA  SAHA_2007000057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434" y="1409199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admin\Desktop\TOPPERS POSTER XII 2021\2020 xii\ADITYA KRISHN BANSAL_2010020137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479" y="1409199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admin\Desktop\TOPPERS POSTER XII 2021\2020 xii\SHREYASI  VERMA_2019110490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236" y="1431194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admin\Desktop\TOPPERS POSTER XII 2021\2020 xii\SWEETY  CHAHAR_2019110539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983" y="1402280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admin\Desktop\TOPPERS POSTER XII 2021\2020 xii\NITIN VISHAL SINGH_2012040293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553" y="1419962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admin\Desktop\TOPPERS POSTER XII 2021\2020 xii\KARAN  AGARWAL_2011030552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057" y="2867804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admin\Desktop\TOPPERS POSTER XII 2021\2020 xii\SUBHIKA  LUTHRA_2007000096.JP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736" y="2859884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admin\Desktop\TOPPERS POSTER XII 2021\2020 xii\PAWANI  ASWANI_2007000124.JPG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181" y="2868933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C:\Users\admin\Desktop\TOPPERS POSTER XII 2021\2020 xii\VIVEK  MANGAL_2014060613.JP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1018" y="2851399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:\Users\admin\Desktop\TOPPERS POSTER XII 2021\2020 xii\AKSHARA  JAIN_2008990010.JPG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141" y="2851399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C:\Users\admin\Desktop\TOPPERS POSTER XII 2021\2020 xii\VANSHIKA  DEVNANI_2007000120.JPG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855" y="2867804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39935"/>
      </p:ext>
    </p:extLst>
  </p:cSld>
  <p:clrMapOvr>
    <a:masterClrMapping/>
  </p:clrMapOvr>
  <p:transition spd="slow" advClick="0" advTm="15000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1627</TotalTime>
  <Words>1399</Words>
  <Application>Microsoft Office PowerPoint</Application>
  <PresentationFormat>Custom</PresentationFormat>
  <Paragraphs>305</Paragraphs>
  <Slides>8</Slides>
  <Notes>1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211</cp:revision>
  <cp:lastPrinted>2021-07-30T09:59:30Z</cp:lastPrinted>
  <dcterms:created xsi:type="dcterms:W3CDTF">2006-08-16T00:00:00Z</dcterms:created>
  <dcterms:modified xsi:type="dcterms:W3CDTF">2021-07-30T12:20:46Z</dcterms:modified>
</cp:coreProperties>
</file>